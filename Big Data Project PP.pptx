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91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8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4C2A5B-51C2-46B7-8D04-F72AD5701B20}" v="2544" dt="2020-07-27T01:45:44.983"/>
    <p1510:client id="{077B36EB-09A0-48D0-A673-7C4C75E1F5BD}" v="2034" dt="2020-07-27T03:05:28.732"/>
    <p1510:client id="{F1EFFDA5-AA15-70BA-3C7F-D1721EF0B155}" v="708" dt="2020-07-27T02:48:04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zani, Christopher M." userId="S::pizanic@wit.edu::5c0f8f16-ae72-42e5-9d1e-e7bbdd932d1b" providerId="AD" clId="Web-{044C2A5B-51C2-46B7-8D04-F72AD5701B20}"/>
    <pc:docChg chg="addSld delSld modSld">
      <pc:chgData name="Pizani, Christopher M." userId="S::pizanic@wit.edu::5c0f8f16-ae72-42e5-9d1e-e7bbdd932d1b" providerId="AD" clId="Web-{044C2A5B-51C2-46B7-8D04-F72AD5701B20}" dt="2020-07-27T01:45:44.889" v="2542"/>
      <pc:docMkLst>
        <pc:docMk/>
      </pc:docMkLst>
      <pc:sldChg chg="addSp modSp">
        <pc:chgData name="Pizani, Christopher M." userId="S::pizanic@wit.edu::5c0f8f16-ae72-42e5-9d1e-e7bbdd932d1b" providerId="AD" clId="Web-{044C2A5B-51C2-46B7-8D04-F72AD5701B20}" dt="2020-07-27T01:41:03.353" v="2534" actId="1076"/>
        <pc:sldMkLst>
          <pc:docMk/>
          <pc:sldMk cId="1122548622" sldId="256"/>
        </pc:sldMkLst>
        <pc:spChg chg="mod">
          <ac:chgData name="Pizani, Christopher M." userId="S::pizanic@wit.edu::5c0f8f16-ae72-42e5-9d1e-e7bbdd932d1b" providerId="AD" clId="Web-{044C2A5B-51C2-46B7-8D04-F72AD5701B20}" dt="2020-07-27T01:39:31.571" v="2532" actId="1076"/>
          <ac:spMkLst>
            <pc:docMk/>
            <pc:sldMk cId="1122548622" sldId="256"/>
            <ac:spMk id="2" creationId="{AAF9D075-4A44-4ECC-B117-DF942BBD2A22}"/>
          </ac:spMkLst>
        </pc:spChg>
        <pc:picChg chg="add mod">
          <ac:chgData name="Pizani, Christopher M." userId="S::pizanic@wit.edu::5c0f8f16-ae72-42e5-9d1e-e7bbdd932d1b" providerId="AD" clId="Web-{044C2A5B-51C2-46B7-8D04-F72AD5701B20}" dt="2020-07-27T01:41:03.353" v="2534" actId="1076"/>
          <ac:picMkLst>
            <pc:docMk/>
            <pc:sldMk cId="1122548622" sldId="256"/>
            <ac:picMk id="4" creationId="{A1538614-039A-4E61-B9CB-DF897EA7E4D1}"/>
          </ac:picMkLst>
        </pc:picChg>
      </pc:sldChg>
      <pc:sldChg chg="addSp delSp modSp mod setBg">
        <pc:chgData name="Pizani, Christopher M." userId="S::pizanic@wit.edu::5c0f8f16-ae72-42e5-9d1e-e7bbdd932d1b" providerId="AD" clId="Web-{044C2A5B-51C2-46B7-8D04-F72AD5701B20}" dt="2020-07-27T01:45:44.889" v="2542"/>
        <pc:sldMkLst>
          <pc:docMk/>
          <pc:sldMk cId="508278117" sldId="257"/>
        </pc:sldMkLst>
        <pc:spChg chg="mod">
          <ac:chgData name="Pizani, Christopher M." userId="S::pizanic@wit.edu::5c0f8f16-ae72-42e5-9d1e-e7bbdd932d1b" providerId="AD" clId="Web-{044C2A5B-51C2-46B7-8D04-F72AD5701B20}" dt="2020-07-27T01:45:44.889" v="2542"/>
          <ac:spMkLst>
            <pc:docMk/>
            <pc:sldMk cId="508278117" sldId="257"/>
            <ac:spMk id="2" creationId="{E2639B68-8410-43A8-BEF5-E6D41A814CC5}"/>
          </ac:spMkLst>
        </pc:spChg>
        <pc:spChg chg="mod">
          <ac:chgData name="Pizani, Christopher M." userId="S::pizanic@wit.edu::5c0f8f16-ae72-42e5-9d1e-e7bbdd932d1b" providerId="AD" clId="Web-{044C2A5B-51C2-46B7-8D04-F72AD5701B20}" dt="2020-07-27T01:45:44.889" v="2542"/>
          <ac:spMkLst>
            <pc:docMk/>
            <pc:sldMk cId="508278117" sldId="257"/>
            <ac:spMk id="3" creationId="{A6B574A5-F86B-4AB2-8443-9C525EA15D64}"/>
          </ac:spMkLst>
        </pc:spChg>
        <pc:spChg chg="add del">
          <ac:chgData name="Pizani, Christopher M." userId="S::pizanic@wit.edu::5c0f8f16-ae72-42e5-9d1e-e7bbdd932d1b" providerId="AD" clId="Web-{044C2A5B-51C2-46B7-8D04-F72AD5701B20}" dt="2020-07-27T01:45:44.889" v="2542"/>
          <ac:spMkLst>
            <pc:docMk/>
            <pc:sldMk cId="508278117" sldId="257"/>
            <ac:spMk id="8" creationId="{D857F84B-F990-4F33-B2F0-F2BE21985A36}"/>
          </ac:spMkLst>
        </pc:spChg>
        <pc:spChg chg="add del">
          <ac:chgData name="Pizani, Christopher M." userId="S::pizanic@wit.edu::5c0f8f16-ae72-42e5-9d1e-e7bbdd932d1b" providerId="AD" clId="Web-{044C2A5B-51C2-46B7-8D04-F72AD5701B20}" dt="2020-07-27T01:45:44.889" v="2542"/>
          <ac:spMkLst>
            <pc:docMk/>
            <pc:sldMk cId="508278117" sldId="257"/>
            <ac:spMk id="10" creationId="{BDC9F4B3-E048-4DF2-8375-37385E2245F7}"/>
          </ac:spMkLst>
        </pc:spChg>
        <pc:spChg chg="add del">
          <ac:chgData name="Pizani, Christopher M." userId="S::pizanic@wit.edu::5c0f8f16-ae72-42e5-9d1e-e7bbdd932d1b" providerId="AD" clId="Web-{044C2A5B-51C2-46B7-8D04-F72AD5701B20}" dt="2020-07-27T01:45:44.889" v="2542"/>
          <ac:spMkLst>
            <pc:docMk/>
            <pc:sldMk cId="508278117" sldId="257"/>
            <ac:spMk id="12" creationId="{2A7B0992-8632-4B33-A492-ACB46559762E}"/>
          </ac:spMkLst>
        </pc:spChg>
      </pc:sldChg>
      <pc:sldChg chg="modSp">
        <pc:chgData name="Pizani, Christopher M." userId="S::pizanic@wit.edu::5c0f8f16-ae72-42e5-9d1e-e7bbdd932d1b" providerId="AD" clId="Web-{044C2A5B-51C2-46B7-8D04-F72AD5701B20}" dt="2020-07-26T05:10:07.827" v="1286" actId="20577"/>
        <pc:sldMkLst>
          <pc:docMk/>
          <pc:sldMk cId="1555637810" sldId="258"/>
        </pc:sldMkLst>
        <pc:spChg chg="mod">
          <ac:chgData name="Pizani, Christopher M." userId="S::pizanic@wit.edu::5c0f8f16-ae72-42e5-9d1e-e7bbdd932d1b" providerId="AD" clId="Web-{044C2A5B-51C2-46B7-8D04-F72AD5701B20}" dt="2020-07-26T05:10:07.827" v="1286" actId="20577"/>
          <ac:spMkLst>
            <pc:docMk/>
            <pc:sldMk cId="1555637810" sldId="258"/>
            <ac:spMk id="3" creationId="{DB42BA29-3AAA-45AC-84DE-8C9C30DECAF0}"/>
          </ac:spMkLst>
        </pc:spChg>
      </pc:sldChg>
      <pc:sldChg chg="modSp">
        <pc:chgData name="Pizani, Christopher M." userId="S::pizanic@wit.edu::5c0f8f16-ae72-42e5-9d1e-e7bbdd932d1b" providerId="AD" clId="Web-{044C2A5B-51C2-46B7-8D04-F72AD5701B20}" dt="2020-07-26T05:46:48.311" v="1907" actId="20577"/>
        <pc:sldMkLst>
          <pc:docMk/>
          <pc:sldMk cId="3867105873" sldId="259"/>
        </pc:sldMkLst>
        <pc:spChg chg="mod">
          <ac:chgData name="Pizani, Christopher M." userId="S::pizanic@wit.edu::5c0f8f16-ae72-42e5-9d1e-e7bbdd932d1b" providerId="AD" clId="Web-{044C2A5B-51C2-46B7-8D04-F72AD5701B20}" dt="2020-07-26T05:46:48.311" v="1907" actId="20577"/>
          <ac:spMkLst>
            <pc:docMk/>
            <pc:sldMk cId="3867105873" sldId="259"/>
            <ac:spMk id="3" creationId="{76A8C1C8-28FD-4A69-A1EB-8CD786B172BF}"/>
          </ac:spMkLst>
        </pc:spChg>
      </pc:sldChg>
      <pc:sldChg chg="modSp">
        <pc:chgData name="Pizani, Christopher M." userId="S::pizanic@wit.edu::5c0f8f16-ae72-42e5-9d1e-e7bbdd932d1b" providerId="AD" clId="Web-{044C2A5B-51C2-46B7-8D04-F72AD5701B20}" dt="2020-07-27T00:43:37.205" v="2209" actId="20577"/>
        <pc:sldMkLst>
          <pc:docMk/>
          <pc:sldMk cId="503768838" sldId="261"/>
        </pc:sldMkLst>
        <pc:spChg chg="mod">
          <ac:chgData name="Pizani, Christopher M." userId="S::pizanic@wit.edu::5c0f8f16-ae72-42e5-9d1e-e7bbdd932d1b" providerId="AD" clId="Web-{044C2A5B-51C2-46B7-8D04-F72AD5701B20}" dt="2020-07-27T00:43:37.205" v="2209" actId="20577"/>
          <ac:spMkLst>
            <pc:docMk/>
            <pc:sldMk cId="503768838" sldId="261"/>
            <ac:spMk id="3" creationId="{A37E5F2D-F1A2-4196-8F1C-DFD06D2C5CCE}"/>
          </ac:spMkLst>
        </pc:spChg>
      </pc:sldChg>
      <pc:sldChg chg="addSp modSp mod setBg">
        <pc:chgData name="Pizani, Christopher M." userId="S::pizanic@wit.edu::5c0f8f16-ae72-42e5-9d1e-e7bbdd932d1b" providerId="AD" clId="Web-{044C2A5B-51C2-46B7-8D04-F72AD5701B20}" dt="2020-07-27T01:24:46.416" v="2472" actId="20577"/>
        <pc:sldMkLst>
          <pc:docMk/>
          <pc:sldMk cId="2983210406" sldId="262"/>
        </pc:sldMkLst>
        <pc:spChg chg="mod">
          <ac:chgData name="Pizani, Christopher M." userId="S::pizanic@wit.edu::5c0f8f16-ae72-42e5-9d1e-e7bbdd932d1b" providerId="AD" clId="Web-{044C2A5B-51C2-46B7-8D04-F72AD5701B20}" dt="2020-07-27T01:24:46.416" v="2472" actId="20577"/>
          <ac:spMkLst>
            <pc:docMk/>
            <pc:sldMk cId="2983210406" sldId="262"/>
            <ac:spMk id="2" creationId="{8D983E3B-A4AB-42DB-BB61-DA6F318122BF}"/>
          </ac:spMkLst>
        </pc:spChg>
        <pc:spChg chg="mod">
          <ac:chgData name="Pizani, Christopher M." userId="S::pizanic@wit.edu::5c0f8f16-ae72-42e5-9d1e-e7bbdd932d1b" providerId="AD" clId="Web-{044C2A5B-51C2-46B7-8D04-F72AD5701B20}" dt="2020-07-27T01:23:56.118" v="2467" actId="20577"/>
          <ac:spMkLst>
            <pc:docMk/>
            <pc:sldMk cId="2983210406" sldId="262"/>
            <ac:spMk id="3" creationId="{E537C33F-914D-4849-8E52-AC19BED3570E}"/>
          </ac:spMkLst>
        </pc:spChg>
        <pc:picChg chg="add mod">
          <ac:chgData name="Pizani, Christopher M." userId="S::pizanic@wit.edu::5c0f8f16-ae72-42e5-9d1e-e7bbdd932d1b" providerId="AD" clId="Web-{044C2A5B-51C2-46B7-8D04-F72AD5701B20}" dt="2020-07-27T01:20:42.428" v="2214" actId="1076"/>
          <ac:picMkLst>
            <pc:docMk/>
            <pc:sldMk cId="2983210406" sldId="262"/>
            <ac:picMk id="4" creationId="{593DFF1D-9E5C-4499-8712-75DA0430C454}"/>
          </ac:picMkLst>
        </pc:picChg>
      </pc:sldChg>
      <pc:sldChg chg="modSp">
        <pc:chgData name="Pizani, Christopher M." userId="S::pizanic@wit.edu::5c0f8f16-ae72-42e5-9d1e-e7bbdd932d1b" providerId="AD" clId="Web-{044C2A5B-51C2-46B7-8D04-F72AD5701B20}" dt="2020-07-27T01:32:01.079" v="2528" actId="20577"/>
        <pc:sldMkLst>
          <pc:docMk/>
          <pc:sldMk cId="2474596082" sldId="267"/>
        </pc:sldMkLst>
        <pc:spChg chg="mod">
          <ac:chgData name="Pizani, Christopher M." userId="S::pizanic@wit.edu::5c0f8f16-ae72-42e5-9d1e-e7bbdd932d1b" providerId="AD" clId="Web-{044C2A5B-51C2-46B7-8D04-F72AD5701B20}" dt="2020-07-27T01:32:01.079" v="2528" actId="20577"/>
          <ac:spMkLst>
            <pc:docMk/>
            <pc:sldMk cId="2474596082" sldId="267"/>
            <ac:spMk id="3" creationId="{151C381C-08E2-4C10-9320-95867552AC6D}"/>
          </ac:spMkLst>
        </pc:spChg>
      </pc:sldChg>
      <pc:sldChg chg="add del replId">
        <pc:chgData name="Pizani, Christopher M." userId="S::pizanic@wit.edu::5c0f8f16-ae72-42e5-9d1e-e7bbdd932d1b" providerId="AD" clId="Web-{044C2A5B-51C2-46B7-8D04-F72AD5701B20}" dt="2020-07-27T01:25:03.151" v="2476"/>
        <pc:sldMkLst>
          <pc:docMk/>
          <pc:sldMk cId="3160068468" sldId="268"/>
        </pc:sldMkLst>
      </pc:sldChg>
      <pc:sldChg chg="addSp delSp modSp new">
        <pc:chgData name="Pizani, Christopher M." userId="S::pizanic@wit.edu::5c0f8f16-ae72-42e5-9d1e-e7bbdd932d1b" providerId="AD" clId="Web-{044C2A5B-51C2-46B7-8D04-F72AD5701B20}" dt="2020-07-27T01:29:21.233" v="2523" actId="1076"/>
        <pc:sldMkLst>
          <pc:docMk/>
          <pc:sldMk cId="3724190721" sldId="268"/>
        </pc:sldMkLst>
        <pc:spChg chg="mod">
          <ac:chgData name="Pizani, Christopher M." userId="S::pizanic@wit.edu::5c0f8f16-ae72-42e5-9d1e-e7bbdd932d1b" providerId="AD" clId="Web-{044C2A5B-51C2-46B7-8D04-F72AD5701B20}" dt="2020-07-27T01:27:22.168" v="2512" actId="20577"/>
          <ac:spMkLst>
            <pc:docMk/>
            <pc:sldMk cId="3724190721" sldId="268"/>
            <ac:spMk id="2" creationId="{2C55CA19-BAE0-45EB-A327-DE039D42A21F}"/>
          </ac:spMkLst>
        </pc:spChg>
        <pc:spChg chg="add del">
          <ac:chgData name="Pizani, Christopher M." userId="S::pizanic@wit.edu::5c0f8f16-ae72-42e5-9d1e-e7bbdd932d1b" providerId="AD" clId="Web-{044C2A5B-51C2-46B7-8D04-F72AD5701B20}" dt="2020-07-27T01:27:25.840" v="2515"/>
          <ac:spMkLst>
            <pc:docMk/>
            <pc:sldMk cId="3724190721" sldId="268"/>
            <ac:spMk id="3" creationId="{E52D9A06-C2EE-43BF-9E31-0CAA9127B1FB}"/>
          </ac:spMkLst>
        </pc:spChg>
        <pc:picChg chg="add del mod ord">
          <ac:chgData name="Pizani, Christopher M." userId="S::pizanic@wit.edu::5c0f8f16-ae72-42e5-9d1e-e7bbdd932d1b" providerId="AD" clId="Web-{044C2A5B-51C2-46B7-8D04-F72AD5701B20}" dt="2020-07-27T01:26:44.262" v="2479"/>
          <ac:picMkLst>
            <pc:docMk/>
            <pc:sldMk cId="3724190721" sldId="268"/>
            <ac:picMk id="4" creationId="{D9661ADB-E0C8-4B21-B282-0418FDE23580}"/>
          </ac:picMkLst>
        </pc:picChg>
        <pc:picChg chg="add mod">
          <ac:chgData name="Pizani, Christopher M." userId="S::pizanic@wit.edu::5c0f8f16-ae72-42e5-9d1e-e7bbdd932d1b" providerId="AD" clId="Web-{044C2A5B-51C2-46B7-8D04-F72AD5701B20}" dt="2020-07-27T01:29:21.233" v="2523" actId="1076"/>
          <ac:picMkLst>
            <pc:docMk/>
            <pc:sldMk cId="3724190721" sldId="268"/>
            <ac:picMk id="5" creationId="{ED80097C-D1CE-44BE-B8A5-D88E37542543}"/>
          </ac:picMkLst>
        </pc:picChg>
      </pc:sldChg>
    </pc:docChg>
  </pc:docChgLst>
  <pc:docChgLst>
    <pc:chgData name="Rankins, Maxwell J." userId="S::rankinsm@wit.edu::44efc83e-0ec3-4aaf-ba86-335da3e30aac" providerId="AD" clId="Web-{A1D95629-3007-227F-0D75-1EEEEBD6C264}"/>
    <pc:docChg chg="addSld modSld addMainMaster delMainMaster">
      <pc:chgData name="Rankins, Maxwell J." userId="S::rankinsm@wit.edu::44efc83e-0ec3-4aaf-ba86-335da3e30aac" providerId="AD" clId="Web-{A1D95629-3007-227F-0D75-1EEEEBD6C264}" dt="2020-07-25T21:59:04.817" v="700"/>
      <pc:docMkLst>
        <pc:docMk/>
      </pc:docMkLst>
      <pc:sldChg chg="modSp mod modClrScheme chgLayout">
        <pc:chgData name="Rankins, Maxwell J." userId="S::rankinsm@wit.edu::44efc83e-0ec3-4aaf-ba86-335da3e30aac" providerId="AD" clId="Web-{A1D95629-3007-227F-0D75-1EEEEBD6C264}" dt="2020-07-25T21:59:04.817" v="700"/>
        <pc:sldMkLst>
          <pc:docMk/>
          <pc:sldMk cId="1122548622" sldId="256"/>
        </pc:sldMkLst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1122548622" sldId="256"/>
            <ac:spMk id="2" creationId="{AAF9D075-4A44-4ECC-B117-DF942BBD2A22}"/>
          </ac:spMkLst>
        </pc:spChg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1122548622" sldId="256"/>
            <ac:spMk id="3" creationId="{BE694930-A077-4776-8839-549F8CAAC513}"/>
          </ac:spMkLst>
        </pc:spChg>
      </pc:sldChg>
      <pc:sldChg chg="modSp new mod modClrScheme chgLayout">
        <pc:chgData name="Rankins, Maxwell J." userId="S::rankinsm@wit.edu::44efc83e-0ec3-4aaf-ba86-335da3e30aac" providerId="AD" clId="Web-{A1D95629-3007-227F-0D75-1EEEEBD6C264}" dt="2020-07-25T21:59:04.817" v="700"/>
        <pc:sldMkLst>
          <pc:docMk/>
          <pc:sldMk cId="508278117" sldId="257"/>
        </pc:sldMkLst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508278117" sldId="257"/>
            <ac:spMk id="2" creationId="{E2639B68-8410-43A8-BEF5-E6D41A814CC5}"/>
          </ac:spMkLst>
        </pc:spChg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508278117" sldId="257"/>
            <ac:spMk id="3" creationId="{A6B574A5-F86B-4AB2-8443-9C525EA15D64}"/>
          </ac:spMkLst>
        </pc:spChg>
      </pc:sldChg>
      <pc:sldChg chg="modSp new mod modClrScheme chgLayout">
        <pc:chgData name="Rankins, Maxwell J." userId="S::rankinsm@wit.edu::44efc83e-0ec3-4aaf-ba86-335da3e30aac" providerId="AD" clId="Web-{A1D95629-3007-227F-0D75-1EEEEBD6C264}" dt="2020-07-25T21:59:04.817" v="700"/>
        <pc:sldMkLst>
          <pc:docMk/>
          <pc:sldMk cId="1555637810" sldId="258"/>
        </pc:sldMkLst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1555637810" sldId="258"/>
            <ac:spMk id="2" creationId="{2DDDE7C1-3BA6-4727-8721-6817349D830E}"/>
          </ac:spMkLst>
        </pc:spChg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1555637810" sldId="258"/>
            <ac:spMk id="3" creationId="{DB42BA29-3AAA-45AC-84DE-8C9C30DECAF0}"/>
          </ac:spMkLst>
        </pc:spChg>
      </pc:sldChg>
      <pc:sldChg chg="modSp new mod modClrScheme chgLayout">
        <pc:chgData name="Rankins, Maxwell J." userId="S::rankinsm@wit.edu::44efc83e-0ec3-4aaf-ba86-335da3e30aac" providerId="AD" clId="Web-{A1D95629-3007-227F-0D75-1EEEEBD6C264}" dt="2020-07-25T21:59:04.817" v="700"/>
        <pc:sldMkLst>
          <pc:docMk/>
          <pc:sldMk cId="3867105873" sldId="259"/>
        </pc:sldMkLst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3867105873" sldId="259"/>
            <ac:spMk id="2" creationId="{76F82151-9E1B-46FC-9ABD-B0FF4FA0B41E}"/>
          </ac:spMkLst>
        </pc:spChg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3867105873" sldId="259"/>
            <ac:spMk id="3" creationId="{76A8C1C8-28FD-4A69-A1EB-8CD786B172BF}"/>
          </ac:spMkLst>
        </pc:spChg>
      </pc:sldChg>
      <pc:sldChg chg="modSp new mod modClrScheme chgLayout">
        <pc:chgData name="Rankins, Maxwell J." userId="S::rankinsm@wit.edu::44efc83e-0ec3-4aaf-ba86-335da3e30aac" providerId="AD" clId="Web-{A1D95629-3007-227F-0D75-1EEEEBD6C264}" dt="2020-07-25T21:59:04.817" v="700"/>
        <pc:sldMkLst>
          <pc:docMk/>
          <pc:sldMk cId="1090195875" sldId="260"/>
        </pc:sldMkLst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1090195875" sldId="260"/>
            <ac:spMk id="2" creationId="{31CBA327-7826-47FE-8F9C-F05375B8CA3B}"/>
          </ac:spMkLst>
        </pc:spChg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1090195875" sldId="260"/>
            <ac:spMk id="3" creationId="{1EA192D7-3275-41E5-B9B3-EBDDFEC58B84}"/>
          </ac:spMkLst>
        </pc:spChg>
      </pc:sldChg>
      <pc:sldChg chg="addSp modSp new mod modClrScheme chgLayout">
        <pc:chgData name="Rankins, Maxwell J." userId="S::rankinsm@wit.edu::44efc83e-0ec3-4aaf-ba86-335da3e30aac" providerId="AD" clId="Web-{A1D95629-3007-227F-0D75-1EEEEBD6C264}" dt="2020-07-25T21:59:04.817" v="700"/>
        <pc:sldMkLst>
          <pc:docMk/>
          <pc:sldMk cId="503768838" sldId="261"/>
        </pc:sldMkLst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503768838" sldId="261"/>
            <ac:spMk id="2" creationId="{F6367E9A-FEE1-4F9F-B497-9D638652B5DE}"/>
          </ac:spMkLst>
        </pc:spChg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503768838" sldId="261"/>
            <ac:spMk id="3" creationId="{A37E5F2D-F1A2-4196-8F1C-DFD06D2C5CCE}"/>
          </ac:spMkLst>
        </pc:spChg>
        <pc:picChg chg="add mod">
          <ac:chgData name="Rankins, Maxwell J." userId="S::rankinsm@wit.edu::44efc83e-0ec3-4aaf-ba86-335da3e30aac" providerId="AD" clId="Web-{A1D95629-3007-227F-0D75-1EEEEBD6C264}" dt="2020-07-25T21:57:18.843" v="691" actId="1076"/>
          <ac:picMkLst>
            <pc:docMk/>
            <pc:sldMk cId="503768838" sldId="261"/>
            <ac:picMk id="4" creationId="{941AEA0E-C25D-4CC2-A398-AFE4889AC894}"/>
          </ac:picMkLst>
        </pc:picChg>
      </pc:sldChg>
      <pc:sldChg chg="modSp new mod modClrScheme chgLayout">
        <pc:chgData name="Rankins, Maxwell J." userId="S::rankinsm@wit.edu::44efc83e-0ec3-4aaf-ba86-335da3e30aac" providerId="AD" clId="Web-{A1D95629-3007-227F-0D75-1EEEEBD6C264}" dt="2020-07-25T21:59:04.817" v="700"/>
        <pc:sldMkLst>
          <pc:docMk/>
          <pc:sldMk cId="2983210406" sldId="262"/>
        </pc:sldMkLst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2983210406" sldId="262"/>
            <ac:spMk id="2" creationId="{8D983E3B-A4AB-42DB-BB61-DA6F318122BF}"/>
          </ac:spMkLst>
        </pc:spChg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2983210406" sldId="262"/>
            <ac:spMk id="3" creationId="{E537C33F-914D-4849-8E52-AC19BED3570E}"/>
          </ac:spMkLst>
        </pc:spChg>
      </pc:sldChg>
      <pc:sldChg chg="modSp new mod modClrScheme chgLayout">
        <pc:chgData name="Rankins, Maxwell J." userId="S::rankinsm@wit.edu::44efc83e-0ec3-4aaf-ba86-335da3e30aac" providerId="AD" clId="Web-{A1D95629-3007-227F-0D75-1EEEEBD6C264}" dt="2020-07-25T21:59:04.817" v="700"/>
        <pc:sldMkLst>
          <pc:docMk/>
          <pc:sldMk cId="3978463067" sldId="263"/>
        </pc:sldMkLst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3978463067" sldId="263"/>
            <ac:spMk id="2" creationId="{395BAB29-C347-4EE5-8CBA-BE51F05CAF47}"/>
          </ac:spMkLst>
        </pc:spChg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3978463067" sldId="263"/>
            <ac:spMk id="3" creationId="{72846E58-3961-4B8C-B90C-A22F35F65961}"/>
          </ac:spMkLst>
        </pc:spChg>
      </pc:sldChg>
      <pc:sldChg chg="modSp new mod modClrScheme chgLayout">
        <pc:chgData name="Rankins, Maxwell J." userId="S::rankinsm@wit.edu::44efc83e-0ec3-4aaf-ba86-335da3e30aac" providerId="AD" clId="Web-{A1D95629-3007-227F-0D75-1EEEEBD6C264}" dt="2020-07-25T21:59:04.817" v="700"/>
        <pc:sldMkLst>
          <pc:docMk/>
          <pc:sldMk cId="2879518444" sldId="264"/>
        </pc:sldMkLst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2879518444" sldId="264"/>
            <ac:spMk id="2" creationId="{71A0C83B-DE9B-4F19-AD7E-C7AC1E08655C}"/>
          </ac:spMkLst>
        </pc:spChg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2879518444" sldId="264"/>
            <ac:spMk id="3" creationId="{F965D458-2212-43D7-B05A-2D4AC63EB7D7}"/>
          </ac:spMkLst>
        </pc:spChg>
      </pc:sldChg>
      <pc:sldChg chg="modSp new mod modClrScheme chgLayout">
        <pc:chgData name="Rankins, Maxwell J." userId="S::rankinsm@wit.edu::44efc83e-0ec3-4aaf-ba86-335da3e30aac" providerId="AD" clId="Web-{A1D95629-3007-227F-0D75-1EEEEBD6C264}" dt="2020-07-25T21:59:04.817" v="700"/>
        <pc:sldMkLst>
          <pc:docMk/>
          <pc:sldMk cId="2207863012" sldId="265"/>
        </pc:sldMkLst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2207863012" sldId="265"/>
            <ac:spMk id="2" creationId="{7C8980C3-7B43-4FCC-8C6C-3D764F2CA43C}"/>
          </ac:spMkLst>
        </pc:spChg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2207863012" sldId="265"/>
            <ac:spMk id="3" creationId="{3B636FC4-C54D-462A-BBFD-8F326BDA1B72}"/>
          </ac:spMkLst>
        </pc:spChg>
      </pc:sldChg>
      <pc:sldChg chg="modSp new mod modClrScheme chgLayout">
        <pc:chgData name="Rankins, Maxwell J." userId="S::rankinsm@wit.edu::44efc83e-0ec3-4aaf-ba86-335da3e30aac" providerId="AD" clId="Web-{A1D95629-3007-227F-0D75-1EEEEBD6C264}" dt="2020-07-25T21:59:04.817" v="700"/>
        <pc:sldMkLst>
          <pc:docMk/>
          <pc:sldMk cId="3496145329" sldId="266"/>
        </pc:sldMkLst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3496145329" sldId="266"/>
            <ac:spMk id="2" creationId="{0130B741-47E3-4D95-B8B6-F9F3FD90302B}"/>
          </ac:spMkLst>
        </pc:spChg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3496145329" sldId="266"/>
            <ac:spMk id="3" creationId="{857C7CD8-A879-4995-9F86-426FD6AC5ED1}"/>
          </ac:spMkLst>
        </pc:spChg>
      </pc:sldChg>
      <pc:sldChg chg="modSp new mod modClrScheme chgLayout">
        <pc:chgData name="Rankins, Maxwell J." userId="S::rankinsm@wit.edu::44efc83e-0ec3-4aaf-ba86-335da3e30aac" providerId="AD" clId="Web-{A1D95629-3007-227F-0D75-1EEEEBD6C264}" dt="2020-07-25T21:59:04.817" v="700"/>
        <pc:sldMkLst>
          <pc:docMk/>
          <pc:sldMk cId="2474596082" sldId="267"/>
        </pc:sldMkLst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2474596082" sldId="267"/>
            <ac:spMk id="2" creationId="{25D1B1E0-1ECC-43DE-8ECE-D61342C96AD5}"/>
          </ac:spMkLst>
        </pc:spChg>
        <pc:spChg chg="mod ord">
          <ac:chgData name="Rankins, Maxwell J." userId="S::rankinsm@wit.edu::44efc83e-0ec3-4aaf-ba86-335da3e30aac" providerId="AD" clId="Web-{A1D95629-3007-227F-0D75-1EEEEBD6C264}" dt="2020-07-25T21:59:04.817" v="700"/>
          <ac:spMkLst>
            <pc:docMk/>
            <pc:sldMk cId="2474596082" sldId="267"/>
            <ac:spMk id="3" creationId="{151C381C-08E2-4C10-9320-95867552AC6D}"/>
          </ac:spMkLst>
        </pc:spChg>
      </pc:sldChg>
      <pc:sldMasterChg chg="del delSldLayout">
        <pc:chgData name="Rankins, Maxwell J." userId="S::rankinsm@wit.edu::44efc83e-0ec3-4aaf-ba86-335da3e30aac" providerId="AD" clId="Web-{A1D95629-3007-227F-0D75-1EEEEBD6C264}" dt="2020-07-25T21:57:31.422" v="692"/>
        <pc:sldMasterMkLst>
          <pc:docMk/>
          <pc:sldMasterMk cId="0" sldId="2147483840"/>
        </pc:sldMasterMkLst>
        <pc:sldLayoutChg chg="del">
          <pc:chgData name="Rankins, Maxwell J." userId="S::rankinsm@wit.edu::44efc83e-0ec3-4aaf-ba86-335da3e30aac" providerId="AD" clId="Web-{A1D95629-3007-227F-0D75-1EEEEBD6C264}" dt="2020-07-25T21:57:31.422" v="692"/>
          <pc:sldLayoutMkLst>
            <pc:docMk/>
            <pc:sldMasterMk cId="0" sldId="2147483840"/>
            <pc:sldLayoutMk cId="0" sldId="2147483841"/>
          </pc:sldLayoutMkLst>
        </pc:sldLayoutChg>
        <pc:sldLayoutChg chg="del">
          <pc:chgData name="Rankins, Maxwell J." userId="S::rankinsm@wit.edu::44efc83e-0ec3-4aaf-ba86-335da3e30aac" providerId="AD" clId="Web-{A1D95629-3007-227F-0D75-1EEEEBD6C264}" dt="2020-07-25T21:57:31.422" v="692"/>
          <pc:sldLayoutMkLst>
            <pc:docMk/>
            <pc:sldMasterMk cId="0" sldId="2147483840"/>
            <pc:sldLayoutMk cId="0" sldId="2147483842"/>
          </pc:sldLayoutMkLst>
        </pc:sldLayoutChg>
        <pc:sldLayoutChg chg="del">
          <pc:chgData name="Rankins, Maxwell J." userId="S::rankinsm@wit.edu::44efc83e-0ec3-4aaf-ba86-335da3e30aac" providerId="AD" clId="Web-{A1D95629-3007-227F-0D75-1EEEEBD6C264}" dt="2020-07-25T21:57:31.422" v="692"/>
          <pc:sldLayoutMkLst>
            <pc:docMk/>
            <pc:sldMasterMk cId="0" sldId="2147483840"/>
            <pc:sldLayoutMk cId="0" sldId="2147483843"/>
          </pc:sldLayoutMkLst>
        </pc:sldLayoutChg>
        <pc:sldLayoutChg chg="del">
          <pc:chgData name="Rankins, Maxwell J." userId="S::rankinsm@wit.edu::44efc83e-0ec3-4aaf-ba86-335da3e30aac" providerId="AD" clId="Web-{A1D95629-3007-227F-0D75-1EEEEBD6C264}" dt="2020-07-25T21:57:31.422" v="692"/>
          <pc:sldLayoutMkLst>
            <pc:docMk/>
            <pc:sldMasterMk cId="0" sldId="2147483840"/>
            <pc:sldLayoutMk cId="0" sldId="2147483844"/>
          </pc:sldLayoutMkLst>
        </pc:sldLayoutChg>
        <pc:sldLayoutChg chg="del">
          <pc:chgData name="Rankins, Maxwell J." userId="S::rankinsm@wit.edu::44efc83e-0ec3-4aaf-ba86-335da3e30aac" providerId="AD" clId="Web-{A1D95629-3007-227F-0D75-1EEEEBD6C264}" dt="2020-07-25T21:57:31.422" v="692"/>
          <pc:sldLayoutMkLst>
            <pc:docMk/>
            <pc:sldMasterMk cId="0" sldId="2147483840"/>
            <pc:sldLayoutMk cId="0" sldId="2147483845"/>
          </pc:sldLayoutMkLst>
        </pc:sldLayoutChg>
        <pc:sldLayoutChg chg="del">
          <pc:chgData name="Rankins, Maxwell J." userId="S::rankinsm@wit.edu::44efc83e-0ec3-4aaf-ba86-335da3e30aac" providerId="AD" clId="Web-{A1D95629-3007-227F-0D75-1EEEEBD6C264}" dt="2020-07-25T21:57:31.422" v="692"/>
          <pc:sldLayoutMkLst>
            <pc:docMk/>
            <pc:sldMasterMk cId="0" sldId="2147483840"/>
            <pc:sldLayoutMk cId="0" sldId="2147483847"/>
          </pc:sldLayoutMkLst>
        </pc:sldLayoutChg>
        <pc:sldLayoutChg chg="del">
          <pc:chgData name="Rankins, Maxwell J." userId="S::rankinsm@wit.edu::44efc83e-0ec3-4aaf-ba86-335da3e30aac" providerId="AD" clId="Web-{A1D95629-3007-227F-0D75-1EEEEBD6C264}" dt="2020-07-25T21:57:31.422" v="692"/>
          <pc:sldLayoutMkLst>
            <pc:docMk/>
            <pc:sldMasterMk cId="0" sldId="2147483840"/>
            <pc:sldLayoutMk cId="0" sldId="2147483848"/>
          </pc:sldLayoutMkLst>
        </pc:sldLayoutChg>
        <pc:sldLayoutChg chg="del">
          <pc:chgData name="Rankins, Maxwell J." userId="S::rankinsm@wit.edu::44efc83e-0ec3-4aaf-ba86-335da3e30aac" providerId="AD" clId="Web-{A1D95629-3007-227F-0D75-1EEEEBD6C264}" dt="2020-07-25T21:57:31.422" v="692"/>
          <pc:sldLayoutMkLst>
            <pc:docMk/>
            <pc:sldMasterMk cId="0" sldId="2147483840"/>
            <pc:sldLayoutMk cId="0" sldId="2147483849"/>
          </pc:sldLayoutMkLst>
        </pc:sldLayoutChg>
        <pc:sldLayoutChg chg="del">
          <pc:chgData name="Rankins, Maxwell J." userId="S::rankinsm@wit.edu::44efc83e-0ec3-4aaf-ba86-335da3e30aac" providerId="AD" clId="Web-{A1D95629-3007-227F-0D75-1EEEEBD6C264}" dt="2020-07-25T21:57:31.422" v="692"/>
          <pc:sldLayoutMkLst>
            <pc:docMk/>
            <pc:sldMasterMk cId="0" sldId="2147483840"/>
            <pc:sldLayoutMk cId="0" sldId="2147483850"/>
          </pc:sldLayoutMkLst>
        </pc:sldLayoutChg>
        <pc:sldLayoutChg chg="del">
          <pc:chgData name="Rankins, Maxwell J." userId="S::rankinsm@wit.edu::44efc83e-0ec3-4aaf-ba86-335da3e30aac" providerId="AD" clId="Web-{A1D95629-3007-227F-0D75-1EEEEBD6C264}" dt="2020-07-25T21:57:31.422" v="692"/>
          <pc:sldLayoutMkLst>
            <pc:docMk/>
            <pc:sldMasterMk cId="0" sldId="2147483840"/>
            <pc:sldLayoutMk cId="0" sldId="2147483851"/>
          </pc:sldLayoutMkLst>
        </pc:sldLayoutChg>
        <pc:sldLayoutChg chg="del">
          <pc:chgData name="Rankins, Maxwell J." userId="S::rankinsm@wit.edu::44efc83e-0ec3-4aaf-ba86-335da3e30aac" providerId="AD" clId="Web-{A1D95629-3007-227F-0D75-1EEEEBD6C264}" dt="2020-07-25T21:57:31.422" v="692"/>
          <pc:sldLayoutMkLst>
            <pc:docMk/>
            <pc:sldMasterMk cId="0" sldId="2147483840"/>
            <pc:sldLayoutMk cId="0" sldId="2147483852"/>
          </pc:sldLayoutMkLst>
        </pc:sldLayoutChg>
      </pc:sldMasterChg>
      <pc:sldMasterChg chg="add del addSldLayout delSldLayout modSldLayout">
        <pc:chgData name="Rankins, Maxwell J." userId="S::rankinsm@wit.edu::44efc83e-0ec3-4aaf-ba86-335da3e30aac" providerId="AD" clId="Web-{A1D95629-3007-227F-0D75-1EEEEBD6C264}" dt="2020-07-25T21:57:38.906" v="693"/>
        <pc:sldMasterMkLst>
          <pc:docMk/>
          <pc:sldMasterMk cId="256226832" sldId="2147483853"/>
        </pc:sldMasterMkLst>
        <pc:sldLayoutChg chg="add del mod replId">
          <pc:chgData name="Rankins, Maxwell J." userId="S::rankinsm@wit.edu::44efc83e-0ec3-4aaf-ba86-335da3e30aac" providerId="AD" clId="Web-{A1D95629-3007-227F-0D75-1EEEEBD6C264}" dt="2020-07-25T21:57:38.906" v="693"/>
          <pc:sldLayoutMkLst>
            <pc:docMk/>
            <pc:sldMasterMk cId="256226832" sldId="2147483853"/>
            <pc:sldLayoutMk cId="2954355098" sldId="2147483854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38.906" v="693"/>
          <pc:sldLayoutMkLst>
            <pc:docMk/>
            <pc:sldMasterMk cId="256226832" sldId="2147483853"/>
            <pc:sldLayoutMk cId="1784364048" sldId="2147483855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38.906" v="693"/>
          <pc:sldLayoutMkLst>
            <pc:docMk/>
            <pc:sldMasterMk cId="256226832" sldId="2147483853"/>
            <pc:sldLayoutMk cId="1413408408" sldId="2147483856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38.906" v="693"/>
          <pc:sldLayoutMkLst>
            <pc:docMk/>
            <pc:sldMasterMk cId="256226832" sldId="2147483853"/>
            <pc:sldLayoutMk cId="4150278440" sldId="2147483857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38.906" v="693"/>
          <pc:sldLayoutMkLst>
            <pc:docMk/>
            <pc:sldMasterMk cId="256226832" sldId="2147483853"/>
            <pc:sldLayoutMk cId="3465313783" sldId="2147483858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38.906" v="693"/>
          <pc:sldLayoutMkLst>
            <pc:docMk/>
            <pc:sldMasterMk cId="256226832" sldId="2147483853"/>
            <pc:sldLayoutMk cId="3282436092" sldId="2147483859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38.906" v="693"/>
          <pc:sldLayoutMkLst>
            <pc:docMk/>
            <pc:sldMasterMk cId="256226832" sldId="2147483853"/>
            <pc:sldLayoutMk cId="682424531" sldId="2147483860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38.906" v="693"/>
          <pc:sldLayoutMkLst>
            <pc:docMk/>
            <pc:sldMasterMk cId="256226832" sldId="2147483853"/>
            <pc:sldLayoutMk cId="1219105909" sldId="2147483861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38.906" v="693"/>
          <pc:sldLayoutMkLst>
            <pc:docMk/>
            <pc:sldMasterMk cId="256226832" sldId="2147483853"/>
            <pc:sldLayoutMk cId="823833986" sldId="2147483862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38.906" v="693"/>
          <pc:sldLayoutMkLst>
            <pc:docMk/>
            <pc:sldMasterMk cId="256226832" sldId="2147483853"/>
            <pc:sldLayoutMk cId="160319353" sldId="2147483863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38.906" v="693"/>
          <pc:sldLayoutMkLst>
            <pc:docMk/>
            <pc:sldMasterMk cId="256226832" sldId="2147483853"/>
            <pc:sldLayoutMk cId="250137096" sldId="2147483864"/>
          </pc:sldLayoutMkLst>
        </pc:sldLayoutChg>
      </pc:sldMasterChg>
      <pc:sldMasterChg chg="add del addSldLayout delSldLayout modSldLayout">
        <pc:chgData name="Rankins, Maxwell J." userId="S::rankinsm@wit.edu::44efc83e-0ec3-4aaf-ba86-335da3e30aac" providerId="AD" clId="Web-{A1D95629-3007-227F-0D75-1EEEEBD6C264}" dt="2020-07-25T21:57:41.891" v="694"/>
        <pc:sldMasterMkLst>
          <pc:docMk/>
          <pc:sldMasterMk cId="4132184693" sldId="2147483865"/>
        </pc:sldMasterMkLst>
        <pc:sldLayoutChg chg="add del mod replId">
          <pc:chgData name="Rankins, Maxwell J." userId="S::rankinsm@wit.edu::44efc83e-0ec3-4aaf-ba86-335da3e30aac" providerId="AD" clId="Web-{A1D95629-3007-227F-0D75-1EEEEBD6C264}" dt="2020-07-25T21:57:41.891" v="694"/>
          <pc:sldLayoutMkLst>
            <pc:docMk/>
            <pc:sldMasterMk cId="4132184693" sldId="2147483865"/>
            <pc:sldLayoutMk cId="1696575957" sldId="2147483866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41.891" v="694"/>
          <pc:sldLayoutMkLst>
            <pc:docMk/>
            <pc:sldMasterMk cId="4132184693" sldId="2147483865"/>
            <pc:sldLayoutMk cId="121032076" sldId="2147483867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41.891" v="694"/>
          <pc:sldLayoutMkLst>
            <pc:docMk/>
            <pc:sldMasterMk cId="4132184693" sldId="2147483865"/>
            <pc:sldLayoutMk cId="1126899744" sldId="2147483868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41.891" v="694"/>
          <pc:sldLayoutMkLst>
            <pc:docMk/>
            <pc:sldMasterMk cId="4132184693" sldId="2147483865"/>
            <pc:sldLayoutMk cId="1452975370" sldId="2147483869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41.891" v="694"/>
          <pc:sldLayoutMkLst>
            <pc:docMk/>
            <pc:sldMasterMk cId="4132184693" sldId="2147483865"/>
            <pc:sldLayoutMk cId="194115204" sldId="2147483870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41.891" v="694"/>
          <pc:sldLayoutMkLst>
            <pc:docMk/>
            <pc:sldMasterMk cId="4132184693" sldId="2147483865"/>
            <pc:sldLayoutMk cId="1321355387" sldId="2147483871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41.891" v="694"/>
          <pc:sldLayoutMkLst>
            <pc:docMk/>
            <pc:sldMasterMk cId="4132184693" sldId="2147483865"/>
            <pc:sldLayoutMk cId="1718018840" sldId="2147483872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41.891" v="694"/>
          <pc:sldLayoutMkLst>
            <pc:docMk/>
            <pc:sldMasterMk cId="4132184693" sldId="2147483865"/>
            <pc:sldLayoutMk cId="2695687020" sldId="2147483873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41.891" v="694"/>
          <pc:sldLayoutMkLst>
            <pc:docMk/>
            <pc:sldMasterMk cId="4132184693" sldId="2147483865"/>
            <pc:sldLayoutMk cId="1848026337" sldId="2147483874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41.891" v="694"/>
          <pc:sldLayoutMkLst>
            <pc:docMk/>
            <pc:sldMasterMk cId="4132184693" sldId="2147483865"/>
            <pc:sldLayoutMk cId="4233379541" sldId="2147483875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7:41.891" v="694"/>
          <pc:sldLayoutMkLst>
            <pc:docMk/>
            <pc:sldMasterMk cId="4132184693" sldId="2147483865"/>
            <pc:sldLayoutMk cId="3539768402" sldId="2147483876"/>
          </pc:sldLayoutMkLst>
        </pc:sldLayoutChg>
      </pc:sldMasterChg>
      <pc:sldMasterChg chg="add del addSldLayout delSldLayout modSldLayout">
        <pc:chgData name="Rankins, Maxwell J." userId="S::rankinsm@wit.edu::44efc83e-0ec3-4aaf-ba86-335da3e30aac" providerId="AD" clId="Web-{A1D95629-3007-227F-0D75-1EEEEBD6C264}" dt="2020-07-25T21:58:02.626" v="695"/>
        <pc:sldMasterMkLst>
          <pc:docMk/>
          <pc:sldMasterMk cId="657775650" sldId="2147483877"/>
        </pc:sldMasterMkLst>
        <pc:sldLayoutChg chg="add del mod replId">
          <pc:chgData name="Rankins, Maxwell J." userId="S::rankinsm@wit.edu::44efc83e-0ec3-4aaf-ba86-335da3e30aac" providerId="AD" clId="Web-{A1D95629-3007-227F-0D75-1EEEEBD6C264}" dt="2020-07-25T21:58:02.626" v="695"/>
          <pc:sldLayoutMkLst>
            <pc:docMk/>
            <pc:sldMasterMk cId="657775650" sldId="2147483877"/>
            <pc:sldLayoutMk cId="2191623572" sldId="2147483878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02.626" v="695"/>
          <pc:sldLayoutMkLst>
            <pc:docMk/>
            <pc:sldMasterMk cId="657775650" sldId="2147483877"/>
            <pc:sldLayoutMk cId="970068631" sldId="2147483879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02.626" v="695"/>
          <pc:sldLayoutMkLst>
            <pc:docMk/>
            <pc:sldMasterMk cId="657775650" sldId="2147483877"/>
            <pc:sldLayoutMk cId="1825099705" sldId="2147483880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02.626" v="695"/>
          <pc:sldLayoutMkLst>
            <pc:docMk/>
            <pc:sldMasterMk cId="657775650" sldId="2147483877"/>
            <pc:sldLayoutMk cId="336112911" sldId="2147483881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02.626" v="695"/>
          <pc:sldLayoutMkLst>
            <pc:docMk/>
            <pc:sldMasterMk cId="657775650" sldId="2147483877"/>
            <pc:sldLayoutMk cId="831038568" sldId="2147483882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02.626" v="695"/>
          <pc:sldLayoutMkLst>
            <pc:docMk/>
            <pc:sldMasterMk cId="657775650" sldId="2147483877"/>
            <pc:sldLayoutMk cId="578374981" sldId="2147483883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02.626" v="695"/>
          <pc:sldLayoutMkLst>
            <pc:docMk/>
            <pc:sldMasterMk cId="657775650" sldId="2147483877"/>
            <pc:sldLayoutMk cId="507051756" sldId="2147483884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02.626" v="695"/>
          <pc:sldLayoutMkLst>
            <pc:docMk/>
            <pc:sldMasterMk cId="657775650" sldId="2147483877"/>
            <pc:sldLayoutMk cId="2497062465" sldId="2147483885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02.626" v="695"/>
          <pc:sldLayoutMkLst>
            <pc:docMk/>
            <pc:sldMasterMk cId="657775650" sldId="2147483877"/>
            <pc:sldLayoutMk cId="3231832759" sldId="2147483886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02.626" v="695"/>
          <pc:sldLayoutMkLst>
            <pc:docMk/>
            <pc:sldMasterMk cId="657775650" sldId="2147483877"/>
            <pc:sldLayoutMk cId="2645496320" sldId="2147483887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02.626" v="695"/>
          <pc:sldLayoutMkLst>
            <pc:docMk/>
            <pc:sldMasterMk cId="657775650" sldId="2147483877"/>
            <pc:sldLayoutMk cId="3395010525" sldId="2147483888"/>
          </pc:sldLayoutMkLst>
        </pc:sldLayoutChg>
      </pc:sldMasterChg>
      <pc:sldMasterChg chg="add del addSldLayout delSldLayout modSldLayout">
        <pc:chgData name="Rankins, Maxwell J." userId="S::rankinsm@wit.edu::44efc83e-0ec3-4aaf-ba86-335da3e30aac" providerId="AD" clId="Web-{A1D95629-3007-227F-0D75-1EEEEBD6C264}" dt="2020-07-25T21:58:10.236" v="696"/>
        <pc:sldMasterMkLst>
          <pc:docMk/>
          <pc:sldMasterMk cId="449785002" sldId="2147483889"/>
        </pc:sldMasterMkLst>
        <pc:sldLayoutChg chg="add del mod replId">
          <pc:chgData name="Rankins, Maxwell J." userId="S::rankinsm@wit.edu::44efc83e-0ec3-4aaf-ba86-335da3e30aac" providerId="AD" clId="Web-{A1D95629-3007-227F-0D75-1EEEEBD6C264}" dt="2020-07-25T21:58:10.236" v="696"/>
          <pc:sldLayoutMkLst>
            <pc:docMk/>
            <pc:sldMasterMk cId="449785002" sldId="2147483889"/>
            <pc:sldLayoutMk cId="2640516054" sldId="2147483890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10.236" v="696"/>
          <pc:sldLayoutMkLst>
            <pc:docMk/>
            <pc:sldMasterMk cId="449785002" sldId="2147483889"/>
            <pc:sldLayoutMk cId="1471539602" sldId="2147483891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10.236" v="696"/>
          <pc:sldLayoutMkLst>
            <pc:docMk/>
            <pc:sldMasterMk cId="449785002" sldId="2147483889"/>
            <pc:sldLayoutMk cId="3082131857" sldId="2147483892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10.236" v="696"/>
          <pc:sldLayoutMkLst>
            <pc:docMk/>
            <pc:sldMasterMk cId="449785002" sldId="2147483889"/>
            <pc:sldLayoutMk cId="491898556" sldId="2147483893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10.236" v="696"/>
          <pc:sldLayoutMkLst>
            <pc:docMk/>
            <pc:sldMasterMk cId="449785002" sldId="2147483889"/>
            <pc:sldLayoutMk cId="686113418" sldId="2147483894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10.236" v="696"/>
          <pc:sldLayoutMkLst>
            <pc:docMk/>
            <pc:sldMasterMk cId="449785002" sldId="2147483889"/>
            <pc:sldLayoutMk cId="1144115543" sldId="2147483895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10.236" v="696"/>
          <pc:sldLayoutMkLst>
            <pc:docMk/>
            <pc:sldMasterMk cId="449785002" sldId="2147483889"/>
            <pc:sldLayoutMk cId="3117271728" sldId="2147483896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10.236" v="696"/>
          <pc:sldLayoutMkLst>
            <pc:docMk/>
            <pc:sldMasterMk cId="449785002" sldId="2147483889"/>
            <pc:sldLayoutMk cId="122829395" sldId="2147483897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10.236" v="696"/>
          <pc:sldLayoutMkLst>
            <pc:docMk/>
            <pc:sldMasterMk cId="449785002" sldId="2147483889"/>
            <pc:sldLayoutMk cId="2777169237" sldId="2147483898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10.236" v="696"/>
          <pc:sldLayoutMkLst>
            <pc:docMk/>
            <pc:sldMasterMk cId="449785002" sldId="2147483889"/>
            <pc:sldLayoutMk cId="2998050666" sldId="2147483899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10.236" v="696"/>
          <pc:sldLayoutMkLst>
            <pc:docMk/>
            <pc:sldMasterMk cId="449785002" sldId="2147483889"/>
            <pc:sldLayoutMk cId="2462596053" sldId="2147483900"/>
          </pc:sldLayoutMkLst>
        </pc:sldLayoutChg>
      </pc:sldMasterChg>
      <pc:sldMasterChg chg="add del addSldLayout delSldLayout modSldLayout">
        <pc:chgData name="Rankins, Maxwell J." userId="S::rankinsm@wit.edu::44efc83e-0ec3-4aaf-ba86-335da3e30aac" providerId="AD" clId="Web-{A1D95629-3007-227F-0D75-1EEEEBD6C264}" dt="2020-07-25T21:58:21.065" v="697"/>
        <pc:sldMasterMkLst>
          <pc:docMk/>
          <pc:sldMasterMk cId="3513231778" sldId="2147483901"/>
        </pc:sldMasterMkLst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3517147867" sldId="2147483902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1711607684" sldId="2147483903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3291688512" sldId="2147483904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3807164691" sldId="2147483905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3398405800" sldId="2147483906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1288998861" sldId="2147483907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1948388975" sldId="2147483908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309355231" sldId="2147483909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2426534167" sldId="2147483910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959462846" sldId="2147483911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1541003871" sldId="2147483912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3075280959" sldId="2147483913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3749265616" sldId="2147483914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4091752290" sldId="2147483915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3277214190" sldId="2147483916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3274605161" sldId="2147483917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1.065" v="697"/>
          <pc:sldLayoutMkLst>
            <pc:docMk/>
            <pc:sldMasterMk cId="3513231778" sldId="2147483901"/>
            <pc:sldLayoutMk cId="290140090" sldId="2147483918"/>
          </pc:sldLayoutMkLst>
        </pc:sldLayoutChg>
      </pc:sldMasterChg>
      <pc:sldMasterChg chg="add del addSldLayout delSldLayout modSldLayout">
        <pc:chgData name="Rankins, Maxwell J." userId="S::rankinsm@wit.edu::44efc83e-0ec3-4aaf-ba86-335da3e30aac" providerId="AD" clId="Web-{A1D95629-3007-227F-0D75-1EEEEBD6C264}" dt="2020-07-25T21:58:26.268" v="698"/>
        <pc:sldMasterMkLst>
          <pc:docMk/>
          <pc:sldMasterMk cId="261030377" sldId="2147483919"/>
        </pc:sldMasterMkLst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1691970396" sldId="2147483920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4125178300" sldId="2147483921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43943904" sldId="2147483922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2765195337" sldId="2147483923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3602054451" sldId="2147483924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3155157616" sldId="2147483925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597513092" sldId="2147483926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4231249617" sldId="2147483927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577788468" sldId="2147483928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2735356447" sldId="2147483929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687901351" sldId="2147483930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3972851230" sldId="2147483931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1254621942" sldId="2147483932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3754321614" sldId="2147483933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4174322962" sldId="2147483934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122638375" sldId="2147483935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26.268" v="698"/>
          <pc:sldLayoutMkLst>
            <pc:docMk/>
            <pc:sldMasterMk cId="261030377" sldId="2147483919"/>
            <pc:sldLayoutMk cId="754389918" sldId="2147483936"/>
          </pc:sldLayoutMkLst>
        </pc:sldLayoutChg>
      </pc:sldMasterChg>
      <pc:sldMasterChg chg="add del addSldLayout delSldLayout modSldLayout">
        <pc:chgData name="Rankins, Maxwell J." userId="S::rankinsm@wit.edu::44efc83e-0ec3-4aaf-ba86-335da3e30aac" providerId="AD" clId="Web-{A1D95629-3007-227F-0D75-1EEEEBD6C264}" dt="2020-07-25T21:58:43.456" v="699"/>
        <pc:sldMasterMkLst>
          <pc:docMk/>
          <pc:sldMasterMk cId="949272544" sldId="2147483937"/>
        </pc:sldMasterMkLst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1368849345" sldId="2147483938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1854198411" sldId="2147483939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62785371" sldId="2147483940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2115687692" sldId="2147483941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1827297412" sldId="2147483942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2089991217" sldId="2147483943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3826568243" sldId="2147483944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1110619169" sldId="2147483945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2397050101" sldId="2147483946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3262220648" sldId="2147483947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2004902024" sldId="2147483948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3159011834" sldId="2147483949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38143060" sldId="2147483950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3727658095" sldId="2147483951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4129818725" sldId="2147483952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3730418505" sldId="2147483953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8:43.456" v="699"/>
          <pc:sldLayoutMkLst>
            <pc:docMk/>
            <pc:sldMasterMk cId="949272544" sldId="2147483937"/>
            <pc:sldLayoutMk cId="4160221670" sldId="2147483954"/>
          </pc:sldLayoutMkLst>
        </pc:sldLayoutChg>
      </pc:sldMasterChg>
      <pc:sldMasterChg chg="add del addSldLayout delSldLayout modSldLayout">
        <pc:chgData name="Rankins, Maxwell J." userId="S::rankinsm@wit.edu::44efc83e-0ec3-4aaf-ba86-335da3e30aac" providerId="AD" clId="Web-{A1D95629-3007-227F-0D75-1EEEEBD6C264}" dt="2020-07-25T21:59:04.817" v="700"/>
        <pc:sldMasterMkLst>
          <pc:docMk/>
          <pc:sldMasterMk cId="3358672319" sldId="2147483955"/>
        </pc:sldMasterMkLst>
        <pc:sldLayoutChg chg="add del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3358672319" sldId="2147483955"/>
            <pc:sldLayoutMk cId="2743022640" sldId="2147483956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3358672319" sldId="2147483955"/>
            <pc:sldLayoutMk cId="1910364610" sldId="2147483957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3358672319" sldId="2147483955"/>
            <pc:sldLayoutMk cId="811778483" sldId="2147483958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3358672319" sldId="2147483955"/>
            <pc:sldLayoutMk cId="2540107269" sldId="2147483959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3358672319" sldId="2147483955"/>
            <pc:sldLayoutMk cId="2573428486" sldId="2147483960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3358672319" sldId="2147483955"/>
            <pc:sldLayoutMk cId="2490170533" sldId="2147483961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3358672319" sldId="2147483955"/>
            <pc:sldLayoutMk cId="25396565" sldId="2147483962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3358672319" sldId="2147483955"/>
            <pc:sldLayoutMk cId="3513621548" sldId="2147483963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3358672319" sldId="2147483955"/>
            <pc:sldLayoutMk cId="498998120" sldId="2147483964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3358672319" sldId="2147483955"/>
            <pc:sldLayoutMk cId="856365968" sldId="2147483965"/>
          </pc:sldLayoutMkLst>
        </pc:sldLayoutChg>
        <pc:sldLayoutChg chg="add del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3358672319" sldId="2147483955"/>
            <pc:sldLayoutMk cId="4282275344" sldId="2147483966"/>
          </pc:sldLayoutMkLst>
        </pc:sldLayoutChg>
      </pc:sldMasterChg>
      <pc:sldMasterChg chg="add addSldLayout modSldLayout">
        <pc:chgData name="Rankins, Maxwell J." userId="S::rankinsm@wit.edu::44efc83e-0ec3-4aaf-ba86-335da3e30aac" providerId="AD" clId="Web-{A1D95629-3007-227F-0D75-1EEEEBD6C264}" dt="2020-07-25T21:59:04.817" v="700"/>
        <pc:sldMasterMkLst>
          <pc:docMk/>
          <pc:sldMasterMk cId="2738433985" sldId="2147483967"/>
        </pc:sldMasterMkLst>
        <pc:sldLayoutChg chg="add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2738433985" sldId="2147483967"/>
            <pc:sldLayoutMk cId="3562624722" sldId="2147483968"/>
          </pc:sldLayoutMkLst>
        </pc:sldLayoutChg>
        <pc:sldLayoutChg chg="add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2738433985" sldId="2147483967"/>
            <pc:sldLayoutMk cId="2255736776" sldId="2147483969"/>
          </pc:sldLayoutMkLst>
        </pc:sldLayoutChg>
        <pc:sldLayoutChg chg="add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2738433985" sldId="2147483967"/>
            <pc:sldLayoutMk cId="1368361648" sldId="2147483970"/>
          </pc:sldLayoutMkLst>
        </pc:sldLayoutChg>
        <pc:sldLayoutChg chg="add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2738433985" sldId="2147483967"/>
            <pc:sldLayoutMk cId="2808432380" sldId="2147483971"/>
          </pc:sldLayoutMkLst>
        </pc:sldLayoutChg>
        <pc:sldLayoutChg chg="add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2738433985" sldId="2147483967"/>
            <pc:sldLayoutMk cId="658946175" sldId="2147483972"/>
          </pc:sldLayoutMkLst>
        </pc:sldLayoutChg>
        <pc:sldLayoutChg chg="add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2738433985" sldId="2147483967"/>
            <pc:sldLayoutMk cId="2727905717" sldId="2147483973"/>
          </pc:sldLayoutMkLst>
        </pc:sldLayoutChg>
        <pc:sldLayoutChg chg="add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2738433985" sldId="2147483967"/>
            <pc:sldLayoutMk cId="832124213" sldId="2147483974"/>
          </pc:sldLayoutMkLst>
        </pc:sldLayoutChg>
        <pc:sldLayoutChg chg="add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2738433985" sldId="2147483967"/>
            <pc:sldLayoutMk cId="2336928275" sldId="2147483975"/>
          </pc:sldLayoutMkLst>
        </pc:sldLayoutChg>
        <pc:sldLayoutChg chg="add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2738433985" sldId="2147483967"/>
            <pc:sldLayoutMk cId="1208096942" sldId="2147483976"/>
          </pc:sldLayoutMkLst>
        </pc:sldLayoutChg>
        <pc:sldLayoutChg chg="add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2738433985" sldId="2147483967"/>
            <pc:sldLayoutMk cId="1082186896" sldId="2147483977"/>
          </pc:sldLayoutMkLst>
        </pc:sldLayoutChg>
        <pc:sldLayoutChg chg="add mod replId">
          <pc:chgData name="Rankins, Maxwell J." userId="S::rankinsm@wit.edu::44efc83e-0ec3-4aaf-ba86-335da3e30aac" providerId="AD" clId="Web-{A1D95629-3007-227F-0D75-1EEEEBD6C264}" dt="2020-07-25T21:59:04.817" v="700"/>
          <pc:sldLayoutMkLst>
            <pc:docMk/>
            <pc:sldMasterMk cId="2738433985" sldId="2147483967"/>
            <pc:sldLayoutMk cId="616167393" sldId="2147483978"/>
          </pc:sldLayoutMkLst>
        </pc:sldLayoutChg>
      </pc:sldMasterChg>
    </pc:docChg>
  </pc:docChgLst>
  <pc:docChgLst>
    <pc:chgData name="Pizani, Christopher M." userId="S::pizanic@wit.edu::5c0f8f16-ae72-42e5-9d1e-e7bbdd932d1b" providerId="AD" clId="Web-{F1EFFDA5-AA15-70BA-3C7F-D1721EF0B155}"/>
    <pc:docChg chg="modSld addMainMaster delMainMaster">
      <pc:chgData name="Pizani, Christopher M." userId="S::pizanic@wit.edu::5c0f8f16-ae72-42e5-9d1e-e7bbdd932d1b" providerId="AD" clId="Web-{F1EFFDA5-AA15-70BA-3C7F-D1721EF0B155}" dt="2020-07-27T02:48:04.993" v="705" actId="20577"/>
      <pc:docMkLst>
        <pc:docMk/>
      </pc:docMkLst>
      <pc:sldChg chg="modSp mod modClrScheme chgLayout">
        <pc:chgData name="Pizani, Christopher M." userId="S::pizanic@wit.edu::5c0f8f16-ae72-42e5-9d1e-e7bbdd932d1b" providerId="AD" clId="Web-{F1EFFDA5-AA15-70BA-3C7F-D1721EF0B155}" dt="2020-07-27T01:49:51.433" v="98"/>
        <pc:sldMkLst>
          <pc:docMk/>
          <pc:sldMk cId="1122548622" sldId="256"/>
        </pc:sldMkLst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1122548622" sldId="256"/>
            <ac:spMk id="2" creationId="{AAF9D075-4A44-4ECC-B117-DF942BBD2A22}"/>
          </ac:spMkLst>
        </pc:spChg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1122548622" sldId="256"/>
            <ac:spMk id="3" creationId="{BE694930-A077-4776-8839-549F8CAAC513}"/>
          </ac:spMkLst>
        </pc:spChg>
      </pc:sldChg>
      <pc:sldChg chg="addSp modSp mod setBg modClrScheme chgLayout">
        <pc:chgData name="Pizani, Christopher M." userId="S::pizanic@wit.edu::5c0f8f16-ae72-42e5-9d1e-e7bbdd932d1b" providerId="AD" clId="Web-{F1EFFDA5-AA15-70BA-3C7F-D1721EF0B155}" dt="2020-07-27T01:50:12.777" v="99"/>
        <pc:sldMkLst>
          <pc:docMk/>
          <pc:sldMk cId="508278117" sldId="257"/>
        </pc:sldMkLst>
        <pc:spChg chg="mod ord">
          <ac:chgData name="Pizani, Christopher M." userId="S::pizanic@wit.edu::5c0f8f16-ae72-42e5-9d1e-e7bbdd932d1b" providerId="AD" clId="Web-{F1EFFDA5-AA15-70BA-3C7F-D1721EF0B155}" dt="2020-07-27T01:50:12.777" v="99"/>
          <ac:spMkLst>
            <pc:docMk/>
            <pc:sldMk cId="508278117" sldId="257"/>
            <ac:spMk id="2" creationId="{E2639B68-8410-43A8-BEF5-E6D41A814CC5}"/>
          </ac:spMkLst>
        </pc:spChg>
        <pc:spChg chg="mod ord">
          <ac:chgData name="Pizani, Christopher M." userId="S::pizanic@wit.edu::5c0f8f16-ae72-42e5-9d1e-e7bbdd932d1b" providerId="AD" clId="Web-{F1EFFDA5-AA15-70BA-3C7F-D1721EF0B155}" dt="2020-07-27T01:50:12.777" v="99"/>
          <ac:spMkLst>
            <pc:docMk/>
            <pc:sldMk cId="508278117" sldId="257"/>
            <ac:spMk id="3" creationId="{A6B574A5-F86B-4AB2-8443-9C525EA15D64}"/>
          </ac:spMkLst>
        </pc:spChg>
        <pc:spChg chg="add">
          <ac:chgData name="Pizani, Christopher M." userId="S::pizanic@wit.edu::5c0f8f16-ae72-42e5-9d1e-e7bbdd932d1b" providerId="AD" clId="Web-{F1EFFDA5-AA15-70BA-3C7F-D1721EF0B155}" dt="2020-07-27T01:50:12.777" v="99"/>
          <ac:spMkLst>
            <pc:docMk/>
            <pc:sldMk cId="508278117" sldId="257"/>
            <ac:spMk id="5" creationId="{93C1483F-490E-4C8A-8765-1F8AF0C67D5F}"/>
          </ac:spMkLst>
        </pc:spChg>
        <pc:spChg chg="add">
          <ac:chgData name="Pizani, Christopher M." userId="S::pizanic@wit.edu::5c0f8f16-ae72-42e5-9d1e-e7bbdd932d1b" providerId="AD" clId="Web-{F1EFFDA5-AA15-70BA-3C7F-D1721EF0B155}" dt="2020-07-27T01:50:12.777" v="99"/>
          <ac:spMkLst>
            <pc:docMk/>
            <pc:sldMk cId="508278117" sldId="257"/>
            <ac:spMk id="6" creationId="{33801627-6861-4EA9-BE98-E0CE33A894D9}"/>
          </ac:spMkLst>
        </pc:spChg>
        <pc:spChg chg="add">
          <ac:chgData name="Pizani, Christopher M." userId="S::pizanic@wit.edu::5c0f8f16-ae72-42e5-9d1e-e7bbdd932d1b" providerId="AD" clId="Web-{F1EFFDA5-AA15-70BA-3C7F-D1721EF0B155}" dt="2020-07-27T01:50:12.777" v="99"/>
          <ac:spMkLst>
            <pc:docMk/>
            <pc:sldMk cId="508278117" sldId="257"/>
            <ac:spMk id="7" creationId="{0249BF42-D05C-4553-9417-7B8695759291}"/>
          </ac:spMkLst>
        </pc:spChg>
      </pc:sldChg>
      <pc:sldChg chg="modSp mod modClrScheme chgLayout">
        <pc:chgData name="Pizani, Christopher M." userId="S::pizanic@wit.edu::5c0f8f16-ae72-42e5-9d1e-e7bbdd932d1b" providerId="AD" clId="Web-{F1EFFDA5-AA15-70BA-3C7F-D1721EF0B155}" dt="2020-07-27T01:49:51.433" v="98"/>
        <pc:sldMkLst>
          <pc:docMk/>
          <pc:sldMk cId="1555637810" sldId="258"/>
        </pc:sldMkLst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1555637810" sldId="258"/>
            <ac:spMk id="2" creationId="{2DDDE7C1-3BA6-4727-8721-6817349D830E}"/>
          </ac:spMkLst>
        </pc:spChg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1555637810" sldId="258"/>
            <ac:spMk id="3" creationId="{DB42BA29-3AAA-45AC-84DE-8C9C30DECAF0}"/>
          </ac:spMkLst>
        </pc:spChg>
      </pc:sldChg>
      <pc:sldChg chg="addSp modSp mod modClrScheme chgLayout">
        <pc:chgData name="Pizani, Christopher M." userId="S::pizanic@wit.edu::5c0f8f16-ae72-42e5-9d1e-e7bbdd932d1b" providerId="AD" clId="Web-{F1EFFDA5-AA15-70BA-3C7F-D1721EF0B155}" dt="2020-07-27T02:00:00.061" v="114" actId="1076"/>
        <pc:sldMkLst>
          <pc:docMk/>
          <pc:sldMk cId="3867105873" sldId="259"/>
        </pc:sldMkLst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3867105873" sldId="259"/>
            <ac:spMk id="2" creationId="{76F82151-9E1B-46FC-9ABD-B0FF4FA0B41E}"/>
          </ac:spMkLst>
        </pc:spChg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3867105873" sldId="259"/>
            <ac:spMk id="3" creationId="{76A8C1C8-28FD-4A69-A1EB-8CD786B172BF}"/>
          </ac:spMkLst>
        </pc:spChg>
        <pc:picChg chg="add mod">
          <ac:chgData name="Pizani, Christopher M." userId="S::pizanic@wit.edu::5c0f8f16-ae72-42e5-9d1e-e7bbdd932d1b" providerId="AD" clId="Web-{F1EFFDA5-AA15-70BA-3C7F-D1721EF0B155}" dt="2020-07-27T02:00:00.061" v="114" actId="1076"/>
          <ac:picMkLst>
            <pc:docMk/>
            <pc:sldMk cId="3867105873" sldId="259"/>
            <ac:picMk id="4" creationId="{DCB3260B-A881-43C6-A591-E306172573C6}"/>
          </ac:picMkLst>
        </pc:picChg>
      </pc:sldChg>
      <pc:sldChg chg="modSp mod modClrScheme chgLayout">
        <pc:chgData name="Pizani, Christopher M." userId="S::pizanic@wit.edu::5c0f8f16-ae72-42e5-9d1e-e7bbdd932d1b" providerId="AD" clId="Web-{F1EFFDA5-AA15-70BA-3C7F-D1721EF0B155}" dt="2020-07-27T01:49:51.433" v="98"/>
        <pc:sldMkLst>
          <pc:docMk/>
          <pc:sldMk cId="1090195875" sldId="260"/>
        </pc:sldMkLst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1090195875" sldId="260"/>
            <ac:spMk id="2" creationId="{31CBA327-7826-47FE-8F9C-F05375B8CA3B}"/>
          </ac:spMkLst>
        </pc:spChg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1090195875" sldId="260"/>
            <ac:spMk id="3" creationId="{1EA192D7-3275-41E5-B9B3-EBDDFEC58B84}"/>
          </ac:spMkLst>
        </pc:spChg>
      </pc:sldChg>
      <pc:sldChg chg="delSp modSp mod modClrScheme chgLayout">
        <pc:chgData name="Pizani, Christopher M." userId="S::pizanic@wit.edu::5c0f8f16-ae72-42e5-9d1e-e7bbdd932d1b" providerId="AD" clId="Web-{F1EFFDA5-AA15-70BA-3C7F-D1721EF0B155}" dt="2020-07-27T01:50:41.465" v="110"/>
        <pc:sldMkLst>
          <pc:docMk/>
          <pc:sldMk cId="503768838" sldId="261"/>
        </pc:sldMkLst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503768838" sldId="261"/>
            <ac:spMk id="2" creationId="{F6367E9A-FEE1-4F9F-B497-9D638652B5DE}"/>
          </ac:spMkLst>
        </pc:spChg>
        <pc:spChg chg="mod ord">
          <ac:chgData name="Pizani, Christopher M." userId="S::pizanic@wit.edu::5c0f8f16-ae72-42e5-9d1e-e7bbdd932d1b" providerId="AD" clId="Web-{F1EFFDA5-AA15-70BA-3C7F-D1721EF0B155}" dt="2020-07-27T01:50:40.168" v="108" actId="20577"/>
          <ac:spMkLst>
            <pc:docMk/>
            <pc:sldMk cId="503768838" sldId="261"/>
            <ac:spMk id="3" creationId="{A37E5F2D-F1A2-4196-8F1C-DFD06D2C5CCE}"/>
          </ac:spMkLst>
        </pc:spChg>
        <pc:picChg chg="del">
          <ac:chgData name="Pizani, Christopher M." userId="S::pizanic@wit.edu::5c0f8f16-ae72-42e5-9d1e-e7bbdd932d1b" providerId="AD" clId="Web-{F1EFFDA5-AA15-70BA-3C7F-D1721EF0B155}" dt="2020-07-27T01:50:41.465" v="110"/>
          <ac:picMkLst>
            <pc:docMk/>
            <pc:sldMk cId="503768838" sldId="261"/>
            <ac:picMk id="4" creationId="{941AEA0E-C25D-4CC2-A398-AFE4889AC894}"/>
          </ac:picMkLst>
        </pc:picChg>
      </pc:sldChg>
      <pc:sldChg chg="delSp modSp mod modClrScheme delDesignElem chgLayout">
        <pc:chgData name="Pizani, Christopher M." userId="S::pizanic@wit.edu::5c0f8f16-ae72-42e5-9d1e-e7bbdd932d1b" providerId="AD" clId="Web-{F1EFFDA5-AA15-70BA-3C7F-D1721EF0B155}" dt="2020-07-27T01:49:51.433" v="98"/>
        <pc:sldMkLst>
          <pc:docMk/>
          <pc:sldMk cId="2983210406" sldId="262"/>
        </pc:sldMkLst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2983210406" sldId="262"/>
            <ac:spMk id="2" creationId="{8D983E3B-A4AB-42DB-BB61-DA6F318122BF}"/>
          </ac:spMkLst>
        </pc:spChg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2983210406" sldId="262"/>
            <ac:spMk id="3" creationId="{E537C33F-914D-4849-8E52-AC19BED3570E}"/>
          </ac:spMkLst>
        </pc:spChg>
        <pc:spChg chg="del">
          <ac:chgData name="Pizani, Christopher M." userId="S::pizanic@wit.edu::5c0f8f16-ae72-42e5-9d1e-e7bbdd932d1b" providerId="AD" clId="Web-{F1EFFDA5-AA15-70BA-3C7F-D1721EF0B155}" dt="2020-07-27T01:49:45.387" v="97"/>
          <ac:spMkLst>
            <pc:docMk/>
            <pc:sldMk cId="2983210406" sldId="262"/>
            <ac:spMk id="10" creationId="{7F1E7AFF-0BDE-41B0-A9C8-A3E0E9DED049}"/>
          </ac:spMkLst>
        </pc:spChg>
      </pc:sldChg>
      <pc:sldChg chg="modSp mod modClrScheme chgLayout">
        <pc:chgData name="Pizani, Christopher M." userId="S::pizanic@wit.edu::5c0f8f16-ae72-42e5-9d1e-e7bbdd932d1b" providerId="AD" clId="Web-{F1EFFDA5-AA15-70BA-3C7F-D1721EF0B155}" dt="2020-07-27T02:48:04.993" v="704" actId="20577"/>
        <pc:sldMkLst>
          <pc:docMk/>
          <pc:sldMk cId="2207863012" sldId="265"/>
        </pc:sldMkLst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2207863012" sldId="265"/>
            <ac:spMk id="2" creationId="{7C8980C3-7B43-4FCC-8C6C-3D764F2CA43C}"/>
          </ac:spMkLst>
        </pc:spChg>
        <pc:spChg chg="mod ord">
          <ac:chgData name="Pizani, Christopher M." userId="S::pizanic@wit.edu::5c0f8f16-ae72-42e5-9d1e-e7bbdd932d1b" providerId="AD" clId="Web-{F1EFFDA5-AA15-70BA-3C7F-D1721EF0B155}" dt="2020-07-27T02:48:04.993" v="704" actId="20577"/>
          <ac:spMkLst>
            <pc:docMk/>
            <pc:sldMk cId="2207863012" sldId="265"/>
            <ac:spMk id="3" creationId="{3B636FC4-C54D-462A-BBFD-8F326BDA1B72}"/>
          </ac:spMkLst>
        </pc:spChg>
      </pc:sldChg>
      <pc:sldChg chg="modSp mod modClrScheme chgLayout">
        <pc:chgData name="Pizani, Christopher M." userId="S::pizanic@wit.edu::5c0f8f16-ae72-42e5-9d1e-e7bbdd932d1b" providerId="AD" clId="Web-{F1EFFDA5-AA15-70BA-3C7F-D1721EF0B155}" dt="2020-07-27T01:49:51.433" v="98"/>
        <pc:sldMkLst>
          <pc:docMk/>
          <pc:sldMk cId="3496145329" sldId="266"/>
        </pc:sldMkLst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3496145329" sldId="266"/>
            <ac:spMk id="2" creationId="{0130B741-47E3-4D95-B8B6-F9F3FD90302B}"/>
          </ac:spMkLst>
        </pc:spChg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3496145329" sldId="266"/>
            <ac:spMk id="3" creationId="{857C7CD8-A879-4995-9F86-426FD6AC5ED1}"/>
          </ac:spMkLst>
        </pc:spChg>
      </pc:sldChg>
      <pc:sldChg chg="modSp mod modClrScheme chgLayout">
        <pc:chgData name="Pizani, Christopher M." userId="S::pizanic@wit.edu::5c0f8f16-ae72-42e5-9d1e-e7bbdd932d1b" providerId="AD" clId="Web-{F1EFFDA5-AA15-70BA-3C7F-D1721EF0B155}" dt="2020-07-27T01:49:51.433" v="98"/>
        <pc:sldMkLst>
          <pc:docMk/>
          <pc:sldMk cId="2474596082" sldId="267"/>
        </pc:sldMkLst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2474596082" sldId="267"/>
            <ac:spMk id="2" creationId="{25D1B1E0-1ECC-43DE-8ECE-D61342C96AD5}"/>
          </ac:spMkLst>
        </pc:spChg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2474596082" sldId="267"/>
            <ac:spMk id="3" creationId="{151C381C-08E2-4C10-9320-95867552AC6D}"/>
          </ac:spMkLst>
        </pc:spChg>
      </pc:sldChg>
      <pc:sldChg chg="delSp modSp mod modClrScheme delDesignElem chgLayout">
        <pc:chgData name="Pizani, Christopher M." userId="S::pizanic@wit.edu::5c0f8f16-ae72-42e5-9d1e-e7bbdd932d1b" providerId="AD" clId="Web-{F1EFFDA5-AA15-70BA-3C7F-D1721EF0B155}" dt="2020-07-27T01:49:51.433" v="98"/>
        <pc:sldMkLst>
          <pc:docMk/>
          <pc:sldMk cId="3724190721" sldId="268"/>
        </pc:sldMkLst>
        <pc:spChg chg="mod ord">
          <ac:chgData name="Pizani, Christopher M." userId="S::pizanic@wit.edu::5c0f8f16-ae72-42e5-9d1e-e7bbdd932d1b" providerId="AD" clId="Web-{F1EFFDA5-AA15-70BA-3C7F-D1721EF0B155}" dt="2020-07-27T01:49:51.433" v="98"/>
          <ac:spMkLst>
            <pc:docMk/>
            <pc:sldMk cId="3724190721" sldId="268"/>
            <ac:spMk id="2" creationId="{2C55CA19-BAE0-45EB-A327-DE039D42A21F}"/>
          </ac:spMkLst>
        </pc:spChg>
        <pc:spChg chg="del">
          <ac:chgData name="Pizani, Christopher M." userId="S::pizanic@wit.edu::5c0f8f16-ae72-42e5-9d1e-e7bbdd932d1b" providerId="AD" clId="Web-{F1EFFDA5-AA15-70BA-3C7F-D1721EF0B155}" dt="2020-07-27T01:49:45.387" v="97"/>
          <ac:spMkLst>
            <pc:docMk/>
            <pc:sldMk cId="3724190721" sldId="268"/>
            <ac:spMk id="21" creationId="{F0FD769F-BDEE-4149-8C98-A92F1F8A145F}"/>
          </ac:spMkLst>
        </pc:spChg>
        <pc:spChg chg="del">
          <ac:chgData name="Pizani, Christopher M." userId="S::pizanic@wit.edu::5c0f8f16-ae72-42e5-9d1e-e7bbdd932d1b" providerId="AD" clId="Web-{F1EFFDA5-AA15-70BA-3C7F-D1721EF0B155}" dt="2020-07-27T01:49:45.387" v="97"/>
          <ac:spMkLst>
            <pc:docMk/>
            <pc:sldMk cId="3724190721" sldId="268"/>
            <ac:spMk id="22" creationId="{DC00EF3B-797F-4060-9460-6EEF08B1B150}"/>
          </ac:spMkLst>
        </pc:spChg>
      </pc:sldChg>
      <pc:sldMasterChg chg="del delSldLayout">
        <pc:chgData name="Pizani, Christopher M." userId="S::pizanic@wit.edu::5c0f8f16-ae72-42e5-9d1e-e7bbdd932d1b" providerId="AD" clId="Web-{F1EFFDA5-AA15-70BA-3C7F-D1721EF0B155}" dt="2020-07-27T01:49:45.387" v="97"/>
        <pc:sldMasterMkLst>
          <pc:docMk/>
          <pc:sldMasterMk cId="2738433985" sldId="2147483967"/>
        </pc:sldMasterMkLst>
        <pc:sldLayoutChg chg="del">
          <pc:chgData name="Pizani, Christopher M." userId="S::pizanic@wit.edu::5c0f8f16-ae72-42e5-9d1e-e7bbdd932d1b" providerId="AD" clId="Web-{F1EFFDA5-AA15-70BA-3C7F-D1721EF0B155}" dt="2020-07-27T01:49:45.387" v="97"/>
          <pc:sldLayoutMkLst>
            <pc:docMk/>
            <pc:sldMasterMk cId="2738433985" sldId="2147483967"/>
            <pc:sldLayoutMk cId="3562624722" sldId="2147483968"/>
          </pc:sldLayoutMkLst>
        </pc:sldLayoutChg>
        <pc:sldLayoutChg chg="del">
          <pc:chgData name="Pizani, Christopher M." userId="S::pizanic@wit.edu::5c0f8f16-ae72-42e5-9d1e-e7bbdd932d1b" providerId="AD" clId="Web-{F1EFFDA5-AA15-70BA-3C7F-D1721EF0B155}" dt="2020-07-27T01:49:45.387" v="97"/>
          <pc:sldLayoutMkLst>
            <pc:docMk/>
            <pc:sldMasterMk cId="2738433985" sldId="2147483967"/>
            <pc:sldLayoutMk cId="2255736776" sldId="2147483969"/>
          </pc:sldLayoutMkLst>
        </pc:sldLayoutChg>
        <pc:sldLayoutChg chg="del">
          <pc:chgData name="Pizani, Christopher M." userId="S::pizanic@wit.edu::5c0f8f16-ae72-42e5-9d1e-e7bbdd932d1b" providerId="AD" clId="Web-{F1EFFDA5-AA15-70BA-3C7F-D1721EF0B155}" dt="2020-07-27T01:49:45.387" v="97"/>
          <pc:sldLayoutMkLst>
            <pc:docMk/>
            <pc:sldMasterMk cId="2738433985" sldId="2147483967"/>
            <pc:sldLayoutMk cId="1368361648" sldId="2147483970"/>
          </pc:sldLayoutMkLst>
        </pc:sldLayoutChg>
        <pc:sldLayoutChg chg="del">
          <pc:chgData name="Pizani, Christopher M." userId="S::pizanic@wit.edu::5c0f8f16-ae72-42e5-9d1e-e7bbdd932d1b" providerId="AD" clId="Web-{F1EFFDA5-AA15-70BA-3C7F-D1721EF0B155}" dt="2020-07-27T01:49:45.387" v="97"/>
          <pc:sldLayoutMkLst>
            <pc:docMk/>
            <pc:sldMasterMk cId="2738433985" sldId="2147483967"/>
            <pc:sldLayoutMk cId="2808432380" sldId="2147483971"/>
          </pc:sldLayoutMkLst>
        </pc:sldLayoutChg>
        <pc:sldLayoutChg chg="del">
          <pc:chgData name="Pizani, Christopher M." userId="S::pizanic@wit.edu::5c0f8f16-ae72-42e5-9d1e-e7bbdd932d1b" providerId="AD" clId="Web-{F1EFFDA5-AA15-70BA-3C7F-D1721EF0B155}" dt="2020-07-27T01:49:45.387" v="97"/>
          <pc:sldLayoutMkLst>
            <pc:docMk/>
            <pc:sldMasterMk cId="2738433985" sldId="2147483967"/>
            <pc:sldLayoutMk cId="658946175" sldId="2147483972"/>
          </pc:sldLayoutMkLst>
        </pc:sldLayoutChg>
        <pc:sldLayoutChg chg="del">
          <pc:chgData name="Pizani, Christopher M." userId="S::pizanic@wit.edu::5c0f8f16-ae72-42e5-9d1e-e7bbdd932d1b" providerId="AD" clId="Web-{F1EFFDA5-AA15-70BA-3C7F-D1721EF0B155}" dt="2020-07-27T01:49:45.387" v="97"/>
          <pc:sldLayoutMkLst>
            <pc:docMk/>
            <pc:sldMasterMk cId="2738433985" sldId="2147483967"/>
            <pc:sldLayoutMk cId="2727905717" sldId="2147483973"/>
          </pc:sldLayoutMkLst>
        </pc:sldLayoutChg>
        <pc:sldLayoutChg chg="del">
          <pc:chgData name="Pizani, Christopher M." userId="S::pizanic@wit.edu::5c0f8f16-ae72-42e5-9d1e-e7bbdd932d1b" providerId="AD" clId="Web-{F1EFFDA5-AA15-70BA-3C7F-D1721EF0B155}" dt="2020-07-27T01:49:45.387" v="97"/>
          <pc:sldLayoutMkLst>
            <pc:docMk/>
            <pc:sldMasterMk cId="2738433985" sldId="2147483967"/>
            <pc:sldLayoutMk cId="832124213" sldId="2147483974"/>
          </pc:sldLayoutMkLst>
        </pc:sldLayoutChg>
        <pc:sldLayoutChg chg="del">
          <pc:chgData name="Pizani, Christopher M." userId="S::pizanic@wit.edu::5c0f8f16-ae72-42e5-9d1e-e7bbdd932d1b" providerId="AD" clId="Web-{F1EFFDA5-AA15-70BA-3C7F-D1721EF0B155}" dt="2020-07-27T01:49:45.387" v="97"/>
          <pc:sldLayoutMkLst>
            <pc:docMk/>
            <pc:sldMasterMk cId="2738433985" sldId="2147483967"/>
            <pc:sldLayoutMk cId="2336928275" sldId="2147483975"/>
          </pc:sldLayoutMkLst>
        </pc:sldLayoutChg>
        <pc:sldLayoutChg chg="del">
          <pc:chgData name="Pizani, Christopher M." userId="S::pizanic@wit.edu::5c0f8f16-ae72-42e5-9d1e-e7bbdd932d1b" providerId="AD" clId="Web-{F1EFFDA5-AA15-70BA-3C7F-D1721EF0B155}" dt="2020-07-27T01:49:45.387" v="97"/>
          <pc:sldLayoutMkLst>
            <pc:docMk/>
            <pc:sldMasterMk cId="2738433985" sldId="2147483967"/>
            <pc:sldLayoutMk cId="1208096942" sldId="2147483976"/>
          </pc:sldLayoutMkLst>
        </pc:sldLayoutChg>
        <pc:sldLayoutChg chg="del">
          <pc:chgData name="Pizani, Christopher M." userId="S::pizanic@wit.edu::5c0f8f16-ae72-42e5-9d1e-e7bbdd932d1b" providerId="AD" clId="Web-{F1EFFDA5-AA15-70BA-3C7F-D1721EF0B155}" dt="2020-07-27T01:49:45.387" v="97"/>
          <pc:sldLayoutMkLst>
            <pc:docMk/>
            <pc:sldMasterMk cId="2738433985" sldId="2147483967"/>
            <pc:sldLayoutMk cId="1082186896" sldId="2147483977"/>
          </pc:sldLayoutMkLst>
        </pc:sldLayoutChg>
        <pc:sldLayoutChg chg="del">
          <pc:chgData name="Pizani, Christopher M." userId="S::pizanic@wit.edu::5c0f8f16-ae72-42e5-9d1e-e7bbdd932d1b" providerId="AD" clId="Web-{F1EFFDA5-AA15-70BA-3C7F-D1721EF0B155}" dt="2020-07-27T01:49:45.387" v="97"/>
          <pc:sldLayoutMkLst>
            <pc:docMk/>
            <pc:sldMasterMk cId="2738433985" sldId="2147483967"/>
            <pc:sldLayoutMk cId="616167393" sldId="2147483978"/>
          </pc:sldLayoutMkLst>
        </pc:sldLayoutChg>
      </pc:sldMasterChg>
      <pc:sldMasterChg chg="add del addSldLayout delSldLayout modSldLayout">
        <pc:chgData name="Pizani, Christopher M." userId="S::pizanic@wit.edu::5c0f8f16-ae72-42e5-9d1e-e7bbdd932d1b" providerId="AD" clId="Web-{F1EFFDA5-AA15-70BA-3C7F-D1721EF0B155}" dt="2020-07-27T01:49:51.433" v="98"/>
        <pc:sldMasterMkLst>
          <pc:docMk/>
          <pc:sldMasterMk cId="3972930445" sldId="2147483979"/>
        </pc:sldMasterMkLst>
        <pc:sldLayoutChg chg="add del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3972930445" sldId="2147483979"/>
            <pc:sldLayoutMk cId="3386018048" sldId="2147483980"/>
          </pc:sldLayoutMkLst>
        </pc:sldLayoutChg>
        <pc:sldLayoutChg chg="add del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3972930445" sldId="2147483979"/>
            <pc:sldLayoutMk cId="312955815" sldId="2147483981"/>
          </pc:sldLayoutMkLst>
        </pc:sldLayoutChg>
        <pc:sldLayoutChg chg="add del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3972930445" sldId="2147483979"/>
            <pc:sldLayoutMk cId="2419691436" sldId="2147483982"/>
          </pc:sldLayoutMkLst>
        </pc:sldLayoutChg>
        <pc:sldLayoutChg chg="add del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3972930445" sldId="2147483979"/>
            <pc:sldLayoutMk cId="3427256846" sldId="2147483983"/>
          </pc:sldLayoutMkLst>
        </pc:sldLayoutChg>
        <pc:sldLayoutChg chg="add del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3972930445" sldId="2147483979"/>
            <pc:sldLayoutMk cId="3820202136" sldId="2147483984"/>
          </pc:sldLayoutMkLst>
        </pc:sldLayoutChg>
        <pc:sldLayoutChg chg="add del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3972930445" sldId="2147483979"/>
            <pc:sldLayoutMk cId="2336548635" sldId="2147483985"/>
          </pc:sldLayoutMkLst>
        </pc:sldLayoutChg>
        <pc:sldLayoutChg chg="add del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3972930445" sldId="2147483979"/>
            <pc:sldLayoutMk cId="3218122446" sldId="2147483986"/>
          </pc:sldLayoutMkLst>
        </pc:sldLayoutChg>
        <pc:sldLayoutChg chg="add del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3972930445" sldId="2147483979"/>
            <pc:sldLayoutMk cId="3605235388" sldId="2147483987"/>
          </pc:sldLayoutMkLst>
        </pc:sldLayoutChg>
        <pc:sldLayoutChg chg="add del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3972930445" sldId="2147483979"/>
            <pc:sldLayoutMk cId="1705916163" sldId="2147483988"/>
          </pc:sldLayoutMkLst>
        </pc:sldLayoutChg>
        <pc:sldLayoutChg chg="add del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3972930445" sldId="2147483979"/>
            <pc:sldLayoutMk cId="3018296885" sldId="2147483989"/>
          </pc:sldLayoutMkLst>
        </pc:sldLayoutChg>
        <pc:sldLayoutChg chg="add del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3972930445" sldId="2147483979"/>
            <pc:sldLayoutMk cId="3074085638" sldId="2147483990"/>
          </pc:sldLayoutMkLst>
        </pc:sldLayoutChg>
      </pc:sldMasterChg>
      <pc:sldMasterChg chg="add addSldLayout modSldLayout">
        <pc:chgData name="Pizani, Christopher M." userId="S::pizanic@wit.edu::5c0f8f16-ae72-42e5-9d1e-e7bbdd932d1b" providerId="AD" clId="Web-{F1EFFDA5-AA15-70BA-3C7F-D1721EF0B155}" dt="2020-07-27T01:49:51.433" v="98"/>
        <pc:sldMasterMkLst>
          <pc:docMk/>
          <pc:sldMasterMk cId="1072862542" sldId="2147483991"/>
        </pc:sldMasterMkLst>
        <pc:sldLayoutChg chg="add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1072862542" sldId="2147483991"/>
            <pc:sldLayoutMk cId="3555650060" sldId="2147483992"/>
          </pc:sldLayoutMkLst>
        </pc:sldLayoutChg>
        <pc:sldLayoutChg chg="add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1072862542" sldId="2147483991"/>
            <pc:sldLayoutMk cId="862983094" sldId="2147483993"/>
          </pc:sldLayoutMkLst>
        </pc:sldLayoutChg>
        <pc:sldLayoutChg chg="add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1072862542" sldId="2147483991"/>
            <pc:sldLayoutMk cId="2172570962" sldId="2147483994"/>
          </pc:sldLayoutMkLst>
        </pc:sldLayoutChg>
        <pc:sldLayoutChg chg="add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1072862542" sldId="2147483991"/>
            <pc:sldLayoutMk cId="4214580139" sldId="2147483995"/>
          </pc:sldLayoutMkLst>
        </pc:sldLayoutChg>
        <pc:sldLayoutChg chg="add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1072862542" sldId="2147483991"/>
            <pc:sldLayoutMk cId="2424873480" sldId="2147483996"/>
          </pc:sldLayoutMkLst>
        </pc:sldLayoutChg>
        <pc:sldLayoutChg chg="add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1072862542" sldId="2147483991"/>
            <pc:sldLayoutMk cId="3392268711" sldId="2147483997"/>
          </pc:sldLayoutMkLst>
        </pc:sldLayoutChg>
        <pc:sldLayoutChg chg="add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1072862542" sldId="2147483991"/>
            <pc:sldLayoutMk cId="1858997056" sldId="2147483998"/>
          </pc:sldLayoutMkLst>
        </pc:sldLayoutChg>
        <pc:sldLayoutChg chg="add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1072862542" sldId="2147483991"/>
            <pc:sldLayoutMk cId="520645049" sldId="2147483999"/>
          </pc:sldLayoutMkLst>
        </pc:sldLayoutChg>
        <pc:sldLayoutChg chg="add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1072862542" sldId="2147483991"/>
            <pc:sldLayoutMk cId="435342968" sldId="2147484000"/>
          </pc:sldLayoutMkLst>
        </pc:sldLayoutChg>
        <pc:sldLayoutChg chg="add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1072862542" sldId="2147483991"/>
            <pc:sldLayoutMk cId="3303088483" sldId="2147484001"/>
          </pc:sldLayoutMkLst>
        </pc:sldLayoutChg>
        <pc:sldLayoutChg chg="add mod replId">
          <pc:chgData name="Pizani, Christopher M." userId="S::pizanic@wit.edu::5c0f8f16-ae72-42e5-9d1e-e7bbdd932d1b" providerId="AD" clId="Web-{F1EFFDA5-AA15-70BA-3C7F-D1721EF0B155}" dt="2020-07-27T01:49:51.433" v="98"/>
          <pc:sldLayoutMkLst>
            <pc:docMk/>
            <pc:sldMasterMk cId="1072862542" sldId="2147483991"/>
            <pc:sldLayoutMk cId="4184480316" sldId="2147484002"/>
          </pc:sldLayoutMkLst>
        </pc:sldLayoutChg>
      </pc:sldMasterChg>
    </pc:docChg>
  </pc:docChgLst>
  <pc:docChgLst>
    <pc:chgData name="Chen, Leon C." userId="7b0bdcc5-50e1-4b73-a28d-9173416639de" providerId="ADAL" clId="{077B36EB-09A0-48D0-A673-7C4C75E1F5BD}"/>
    <pc:docChg chg="undo custSel mod delSld modSld">
      <pc:chgData name="Chen, Leon C." userId="7b0bdcc5-50e1-4b73-a28d-9173416639de" providerId="ADAL" clId="{077B36EB-09A0-48D0-A673-7C4C75E1F5BD}" dt="2020-07-27T03:05:28.732" v="2033" actId="1076"/>
      <pc:docMkLst>
        <pc:docMk/>
      </pc:docMkLst>
      <pc:sldChg chg="modSp mod">
        <pc:chgData name="Chen, Leon C." userId="7b0bdcc5-50e1-4b73-a28d-9173416639de" providerId="ADAL" clId="{077B36EB-09A0-48D0-A673-7C4C75E1F5BD}" dt="2020-07-27T01:52:06.444" v="607" actId="1076"/>
        <pc:sldMkLst>
          <pc:docMk/>
          <pc:sldMk cId="1090195875" sldId="260"/>
        </pc:sldMkLst>
        <pc:spChg chg="mod">
          <ac:chgData name="Chen, Leon C." userId="7b0bdcc5-50e1-4b73-a28d-9173416639de" providerId="ADAL" clId="{077B36EB-09A0-48D0-A673-7C4C75E1F5BD}" dt="2020-07-27T01:52:02.266" v="606" actId="403"/>
          <ac:spMkLst>
            <pc:docMk/>
            <pc:sldMk cId="1090195875" sldId="260"/>
            <ac:spMk id="2" creationId="{31CBA327-7826-47FE-8F9C-F05375B8CA3B}"/>
          </ac:spMkLst>
        </pc:spChg>
        <pc:spChg chg="mod">
          <ac:chgData name="Chen, Leon C." userId="7b0bdcc5-50e1-4b73-a28d-9173416639de" providerId="ADAL" clId="{077B36EB-09A0-48D0-A673-7C4C75E1F5BD}" dt="2020-07-27T01:52:06.444" v="607" actId="1076"/>
          <ac:spMkLst>
            <pc:docMk/>
            <pc:sldMk cId="1090195875" sldId="260"/>
            <ac:spMk id="3" creationId="{1EA192D7-3275-41E5-B9B3-EBDDFEC58B84}"/>
          </ac:spMkLst>
        </pc:spChg>
      </pc:sldChg>
      <pc:sldChg chg="modSp mod">
        <pc:chgData name="Chen, Leon C." userId="7b0bdcc5-50e1-4b73-a28d-9173416639de" providerId="ADAL" clId="{077B36EB-09A0-48D0-A673-7C4C75E1F5BD}" dt="2020-07-27T02:57:23.230" v="1506" actId="20577"/>
        <pc:sldMkLst>
          <pc:docMk/>
          <pc:sldMk cId="503768838" sldId="261"/>
        </pc:sldMkLst>
        <pc:spChg chg="mod">
          <ac:chgData name="Chen, Leon C." userId="7b0bdcc5-50e1-4b73-a28d-9173416639de" providerId="ADAL" clId="{077B36EB-09A0-48D0-A673-7C4C75E1F5BD}" dt="2020-07-27T02:57:23.230" v="1506" actId="20577"/>
          <ac:spMkLst>
            <pc:docMk/>
            <pc:sldMk cId="503768838" sldId="261"/>
            <ac:spMk id="3" creationId="{A37E5F2D-F1A2-4196-8F1C-DFD06D2C5CCE}"/>
          </ac:spMkLst>
        </pc:spChg>
      </pc:sldChg>
      <pc:sldChg chg="addSp delSp modSp mod">
        <pc:chgData name="Chen, Leon C." userId="7b0bdcc5-50e1-4b73-a28d-9173416639de" providerId="ADAL" clId="{077B36EB-09A0-48D0-A673-7C4C75E1F5BD}" dt="2020-07-27T01:45:46.161" v="391" actId="27614"/>
        <pc:sldMkLst>
          <pc:docMk/>
          <pc:sldMk cId="2983210406" sldId="262"/>
        </pc:sldMkLst>
        <pc:spChg chg="mod">
          <ac:chgData name="Chen, Leon C." userId="7b0bdcc5-50e1-4b73-a28d-9173416639de" providerId="ADAL" clId="{077B36EB-09A0-48D0-A673-7C4C75E1F5BD}" dt="2020-07-27T01:45:42.158" v="390" actId="26606"/>
          <ac:spMkLst>
            <pc:docMk/>
            <pc:sldMk cId="2983210406" sldId="262"/>
            <ac:spMk id="2" creationId="{8D983E3B-A4AB-42DB-BB61-DA6F318122BF}"/>
          </ac:spMkLst>
        </pc:spChg>
        <pc:spChg chg="mod">
          <ac:chgData name="Chen, Leon C." userId="7b0bdcc5-50e1-4b73-a28d-9173416639de" providerId="ADAL" clId="{077B36EB-09A0-48D0-A673-7C4C75E1F5BD}" dt="2020-07-27T01:45:42.158" v="390" actId="26606"/>
          <ac:spMkLst>
            <pc:docMk/>
            <pc:sldMk cId="2983210406" sldId="262"/>
            <ac:spMk id="3" creationId="{E537C33F-914D-4849-8E52-AC19BED3570E}"/>
          </ac:spMkLst>
        </pc:spChg>
        <pc:spChg chg="add">
          <ac:chgData name="Chen, Leon C." userId="7b0bdcc5-50e1-4b73-a28d-9173416639de" providerId="ADAL" clId="{077B36EB-09A0-48D0-A673-7C4C75E1F5BD}" dt="2020-07-27T01:45:42.158" v="390" actId="26606"/>
          <ac:spMkLst>
            <pc:docMk/>
            <pc:sldMk cId="2983210406" sldId="262"/>
            <ac:spMk id="10" creationId="{7F1E7AFF-0BDE-41B0-A9C8-A3E0E9DED049}"/>
          </ac:spMkLst>
        </pc:spChg>
        <pc:picChg chg="del">
          <ac:chgData name="Chen, Leon C." userId="7b0bdcc5-50e1-4b73-a28d-9173416639de" providerId="ADAL" clId="{077B36EB-09A0-48D0-A673-7C4C75E1F5BD}" dt="2020-07-27T01:45:36.137" v="387" actId="478"/>
          <ac:picMkLst>
            <pc:docMk/>
            <pc:sldMk cId="2983210406" sldId="262"/>
            <ac:picMk id="4" creationId="{593DFF1D-9E5C-4499-8712-75DA0430C454}"/>
          </ac:picMkLst>
        </pc:picChg>
        <pc:picChg chg="add mod">
          <ac:chgData name="Chen, Leon C." userId="7b0bdcc5-50e1-4b73-a28d-9173416639de" providerId="ADAL" clId="{077B36EB-09A0-48D0-A673-7C4C75E1F5BD}" dt="2020-07-27T01:45:46.161" v="391" actId="27614"/>
          <ac:picMkLst>
            <pc:docMk/>
            <pc:sldMk cId="2983210406" sldId="262"/>
            <ac:picMk id="5" creationId="{8FEE1280-B03E-44F0-8ACF-29E0EDFFBC19}"/>
          </ac:picMkLst>
        </pc:picChg>
      </pc:sldChg>
      <pc:sldChg chg="del">
        <pc:chgData name="Chen, Leon C." userId="7b0bdcc5-50e1-4b73-a28d-9173416639de" providerId="ADAL" clId="{077B36EB-09A0-48D0-A673-7C4C75E1F5BD}" dt="2020-07-27T01:21:53.665" v="0" actId="2696"/>
        <pc:sldMkLst>
          <pc:docMk/>
          <pc:sldMk cId="3978463067" sldId="263"/>
        </pc:sldMkLst>
      </pc:sldChg>
      <pc:sldChg chg="del">
        <pc:chgData name="Chen, Leon C." userId="7b0bdcc5-50e1-4b73-a28d-9173416639de" providerId="ADAL" clId="{077B36EB-09A0-48D0-A673-7C4C75E1F5BD}" dt="2020-07-27T01:21:55.681" v="1" actId="2696"/>
        <pc:sldMkLst>
          <pc:docMk/>
          <pc:sldMk cId="2879518444" sldId="264"/>
        </pc:sldMkLst>
      </pc:sldChg>
      <pc:sldChg chg="modSp mod">
        <pc:chgData name="Chen, Leon C." userId="7b0bdcc5-50e1-4b73-a28d-9173416639de" providerId="ADAL" clId="{077B36EB-09A0-48D0-A673-7C4C75E1F5BD}" dt="2020-07-27T02:59:47.604" v="1718" actId="20577"/>
        <pc:sldMkLst>
          <pc:docMk/>
          <pc:sldMk cId="2207863012" sldId="265"/>
        </pc:sldMkLst>
        <pc:spChg chg="mod">
          <ac:chgData name="Chen, Leon C." userId="7b0bdcc5-50e1-4b73-a28d-9173416639de" providerId="ADAL" clId="{077B36EB-09A0-48D0-A673-7C4C75E1F5BD}" dt="2020-07-27T02:50:07.505" v="635" actId="1076"/>
          <ac:spMkLst>
            <pc:docMk/>
            <pc:sldMk cId="2207863012" sldId="265"/>
            <ac:spMk id="2" creationId="{7C8980C3-7B43-4FCC-8C6C-3D764F2CA43C}"/>
          </ac:spMkLst>
        </pc:spChg>
        <pc:spChg chg="mod">
          <ac:chgData name="Chen, Leon C." userId="7b0bdcc5-50e1-4b73-a28d-9173416639de" providerId="ADAL" clId="{077B36EB-09A0-48D0-A673-7C4C75E1F5BD}" dt="2020-07-27T02:59:47.604" v="1718" actId="20577"/>
          <ac:spMkLst>
            <pc:docMk/>
            <pc:sldMk cId="2207863012" sldId="265"/>
            <ac:spMk id="3" creationId="{3B636FC4-C54D-462A-BBFD-8F326BDA1B72}"/>
          </ac:spMkLst>
        </pc:spChg>
      </pc:sldChg>
      <pc:sldChg chg="modSp mod">
        <pc:chgData name="Chen, Leon C." userId="7b0bdcc5-50e1-4b73-a28d-9173416639de" providerId="ADAL" clId="{077B36EB-09A0-48D0-A673-7C4C75E1F5BD}" dt="2020-07-27T03:05:28.732" v="2033" actId="1076"/>
        <pc:sldMkLst>
          <pc:docMk/>
          <pc:sldMk cId="3496145329" sldId="266"/>
        </pc:sldMkLst>
        <pc:spChg chg="mod">
          <ac:chgData name="Chen, Leon C." userId="7b0bdcc5-50e1-4b73-a28d-9173416639de" providerId="ADAL" clId="{077B36EB-09A0-48D0-A673-7C4C75E1F5BD}" dt="2020-07-27T03:05:28.732" v="2033" actId="1076"/>
          <ac:spMkLst>
            <pc:docMk/>
            <pc:sldMk cId="3496145329" sldId="266"/>
            <ac:spMk id="2" creationId="{0130B741-47E3-4D95-B8B6-F9F3FD90302B}"/>
          </ac:spMkLst>
        </pc:spChg>
        <pc:spChg chg="mod">
          <ac:chgData name="Chen, Leon C." userId="7b0bdcc5-50e1-4b73-a28d-9173416639de" providerId="ADAL" clId="{077B36EB-09A0-48D0-A673-7C4C75E1F5BD}" dt="2020-07-27T03:05:24.472" v="2032" actId="20577"/>
          <ac:spMkLst>
            <pc:docMk/>
            <pc:sldMk cId="3496145329" sldId="266"/>
            <ac:spMk id="3" creationId="{857C7CD8-A879-4995-9F86-426FD6AC5ED1}"/>
          </ac:spMkLst>
        </pc:spChg>
      </pc:sldChg>
      <pc:sldChg chg="addSp delSp modSp mod setBg">
        <pc:chgData name="Chen, Leon C." userId="7b0bdcc5-50e1-4b73-a28d-9173416639de" providerId="ADAL" clId="{077B36EB-09A0-48D0-A673-7C4C75E1F5BD}" dt="2020-07-27T02:57:33.142" v="1510" actId="1076"/>
        <pc:sldMkLst>
          <pc:docMk/>
          <pc:sldMk cId="3724190721" sldId="268"/>
        </pc:sldMkLst>
        <pc:spChg chg="mod ord">
          <ac:chgData name="Chen, Leon C." userId="7b0bdcc5-50e1-4b73-a28d-9173416639de" providerId="ADAL" clId="{077B36EB-09A0-48D0-A673-7C4C75E1F5BD}" dt="2020-07-27T02:57:32.469" v="1509" actId="20577"/>
          <ac:spMkLst>
            <pc:docMk/>
            <pc:sldMk cId="3724190721" sldId="268"/>
            <ac:spMk id="2" creationId="{2C55CA19-BAE0-45EB-A327-DE039D42A21F}"/>
          </ac:spMkLst>
        </pc:spChg>
        <pc:spChg chg="add del">
          <ac:chgData name="Chen, Leon C." userId="7b0bdcc5-50e1-4b73-a28d-9173416639de" providerId="ADAL" clId="{077B36EB-09A0-48D0-A673-7C4C75E1F5BD}" dt="2020-07-27T02:25:29.127" v="611" actId="26606"/>
          <ac:spMkLst>
            <pc:docMk/>
            <pc:sldMk cId="3724190721" sldId="268"/>
            <ac:spMk id="11" creationId="{F4ADA65C-BA4C-42BE-84D1-1AF286B7F967}"/>
          </ac:spMkLst>
        </pc:spChg>
        <pc:spChg chg="add del">
          <ac:chgData name="Chen, Leon C." userId="7b0bdcc5-50e1-4b73-a28d-9173416639de" providerId="ADAL" clId="{077B36EB-09A0-48D0-A673-7C4C75E1F5BD}" dt="2020-07-27T01:46:12.741" v="399" actId="26606"/>
          <ac:spMkLst>
            <pc:docMk/>
            <pc:sldMk cId="3724190721" sldId="268"/>
            <ac:spMk id="12" creationId="{F4ADA65C-BA4C-42BE-84D1-1AF286B7F967}"/>
          </ac:spMkLst>
        </pc:spChg>
        <pc:spChg chg="add del">
          <ac:chgData name="Chen, Leon C." userId="7b0bdcc5-50e1-4b73-a28d-9173416639de" providerId="ADAL" clId="{077B36EB-09A0-48D0-A673-7C4C75E1F5BD}" dt="2020-07-27T02:25:29.127" v="611" actId="26606"/>
          <ac:spMkLst>
            <pc:docMk/>
            <pc:sldMk cId="3724190721" sldId="268"/>
            <ac:spMk id="13" creationId="{C42F5EBA-F777-4A1C-8E30-62DA7F55AE24}"/>
          </ac:spMkLst>
        </pc:spChg>
        <pc:spChg chg="add del">
          <ac:chgData name="Chen, Leon C." userId="7b0bdcc5-50e1-4b73-a28d-9173416639de" providerId="ADAL" clId="{077B36EB-09A0-48D0-A673-7C4C75E1F5BD}" dt="2020-07-27T01:46:12.741" v="399" actId="26606"/>
          <ac:spMkLst>
            <pc:docMk/>
            <pc:sldMk cId="3724190721" sldId="268"/>
            <ac:spMk id="14" creationId="{C42F5EBA-F777-4A1C-8E30-62DA7F55AE24}"/>
          </ac:spMkLst>
        </pc:spChg>
        <pc:spChg chg="add del">
          <ac:chgData name="Chen, Leon C." userId="7b0bdcc5-50e1-4b73-a28d-9173416639de" providerId="ADAL" clId="{077B36EB-09A0-48D0-A673-7C4C75E1F5BD}" dt="2020-07-27T02:25:29.127" v="611" actId="26606"/>
          <ac:spMkLst>
            <pc:docMk/>
            <pc:sldMk cId="3724190721" sldId="268"/>
            <ac:spMk id="15" creationId="{0457123F-05AC-44DA-AB68-7EEB5037B414}"/>
          </ac:spMkLst>
        </pc:spChg>
        <pc:spChg chg="add del">
          <ac:chgData name="Chen, Leon C." userId="7b0bdcc5-50e1-4b73-a28d-9173416639de" providerId="ADAL" clId="{077B36EB-09A0-48D0-A673-7C4C75E1F5BD}" dt="2020-07-27T01:46:12.741" v="399" actId="26606"/>
          <ac:spMkLst>
            <pc:docMk/>
            <pc:sldMk cId="3724190721" sldId="268"/>
            <ac:spMk id="16" creationId="{0457123F-05AC-44DA-AB68-7EEB5037B414}"/>
          </ac:spMkLst>
        </pc:spChg>
        <pc:spChg chg="add del">
          <ac:chgData name="Chen, Leon C." userId="7b0bdcc5-50e1-4b73-a28d-9173416639de" providerId="ADAL" clId="{077B36EB-09A0-48D0-A673-7C4C75E1F5BD}" dt="2020-07-27T02:25:30.207" v="613" actId="26606"/>
          <ac:spMkLst>
            <pc:docMk/>
            <pc:sldMk cId="3724190721" sldId="268"/>
            <ac:spMk id="17" creationId="{F4ADA65C-BA4C-42BE-84D1-1AF286B7F967}"/>
          </ac:spMkLst>
        </pc:spChg>
        <pc:spChg chg="add del">
          <ac:chgData name="Chen, Leon C." userId="7b0bdcc5-50e1-4b73-a28d-9173416639de" providerId="ADAL" clId="{077B36EB-09A0-48D0-A673-7C4C75E1F5BD}" dt="2020-07-27T01:46:17.737" v="401" actId="26606"/>
          <ac:spMkLst>
            <pc:docMk/>
            <pc:sldMk cId="3724190721" sldId="268"/>
            <ac:spMk id="18" creationId="{F0FD769F-BDEE-4149-8C98-A92F1F8A145F}"/>
          </ac:spMkLst>
        </pc:spChg>
        <pc:spChg chg="add del">
          <ac:chgData name="Chen, Leon C." userId="7b0bdcc5-50e1-4b73-a28d-9173416639de" providerId="ADAL" clId="{077B36EB-09A0-48D0-A673-7C4C75E1F5BD}" dt="2020-07-27T01:46:17.737" v="401" actId="26606"/>
          <ac:spMkLst>
            <pc:docMk/>
            <pc:sldMk cId="3724190721" sldId="268"/>
            <ac:spMk id="19" creationId="{DC00EF3B-797F-4060-9460-6EEF08B1B150}"/>
          </ac:spMkLst>
        </pc:spChg>
        <pc:spChg chg="add del">
          <ac:chgData name="Chen, Leon C." userId="7b0bdcc5-50e1-4b73-a28d-9173416639de" providerId="ADAL" clId="{077B36EB-09A0-48D0-A673-7C4C75E1F5BD}" dt="2020-07-27T02:25:30.207" v="613" actId="26606"/>
          <ac:spMkLst>
            <pc:docMk/>
            <pc:sldMk cId="3724190721" sldId="268"/>
            <ac:spMk id="20" creationId="{948C6639-F651-4D15-A695-E9D03BB2AEDE}"/>
          </ac:spMkLst>
        </pc:spChg>
        <pc:spChg chg="add">
          <ac:chgData name="Chen, Leon C." userId="7b0bdcc5-50e1-4b73-a28d-9173416639de" providerId="ADAL" clId="{077B36EB-09A0-48D0-A673-7C4C75E1F5BD}" dt="2020-07-27T01:46:17.744" v="402" actId="26606"/>
          <ac:spMkLst>
            <pc:docMk/>
            <pc:sldMk cId="3724190721" sldId="268"/>
            <ac:spMk id="21" creationId="{F0FD769F-BDEE-4149-8C98-A92F1F8A145F}"/>
          </ac:spMkLst>
        </pc:spChg>
        <pc:spChg chg="add">
          <ac:chgData name="Chen, Leon C." userId="7b0bdcc5-50e1-4b73-a28d-9173416639de" providerId="ADAL" clId="{077B36EB-09A0-48D0-A673-7C4C75E1F5BD}" dt="2020-07-27T01:46:17.744" v="402" actId="26606"/>
          <ac:spMkLst>
            <pc:docMk/>
            <pc:sldMk cId="3724190721" sldId="268"/>
            <ac:spMk id="22" creationId="{DC00EF3B-797F-4060-9460-6EEF08B1B150}"/>
          </ac:spMkLst>
        </pc:spChg>
        <pc:spChg chg="add del">
          <ac:chgData name="Chen, Leon C." userId="7b0bdcc5-50e1-4b73-a28d-9173416639de" providerId="ADAL" clId="{077B36EB-09A0-48D0-A673-7C4C75E1F5BD}" dt="2020-07-27T02:25:30.207" v="613" actId="26606"/>
          <ac:spMkLst>
            <pc:docMk/>
            <pc:sldMk cId="3724190721" sldId="268"/>
            <ac:spMk id="23" creationId="{C42F5EBA-F777-4A1C-8E30-62DA7F55AE24}"/>
          </ac:spMkLst>
        </pc:spChg>
        <pc:spChg chg="add del">
          <ac:chgData name="Chen, Leon C." userId="7b0bdcc5-50e1-4b73-a28d-9173416639de" providerId="ADAL" clId="{077B36EB-09A0-48D0-A673-7C4C75E1F5BD}" dt="2020-07-27T02:25:30.207" v="613" actId="26606"/>
          <ac:spMkLst>
            <pc:docMk/>
            <pc:sldMk cId="3724190721" sldId="268"/>
            <ac:spMk id="24" creationId="{EFB0C39A-F8CA-4A79-AFFC-E9780FB1991A}"/>
          </ac:spMkLst>
        </pc:spChg>
        <pc:spChg chg="add del">
          <ac:chgData name="Chen, Leon C." userId="7b0bdcc5-50e1-4b73-a28d-9173416639de" providerId="ADAL" clId="{077B36EB-09A0-48D0-A673-7C4C75E1F5BD}" dt="2020-07-27T02:25:30.207" v="613" actId="26606"/>
          <ac:spMkLst>
            <pc:docMk/>
            <pc:sldMk cId="3724190721" sldId="268"/>
            <ac:spMk id="25" creationId="{F8C1B9D8-212A-444E-B28D-25DA596183C9}"/>
          </ac:spMkLst>
        </pc:spChg>
        <pc:spChg chg="add del">
          <ac:chgData name="Chen, Leon C." userId="7b0bdcc5-50e1-4b73-a28d-9173416639de" providerId="ADAL" clId="{077B36EB-09A0-48D0-A673-7C4C75E1F5BD}" dt="2020-07-27T02:25:30.792" v="615" actId="26606"/>
          <ac:spMkLst>
            <pc:docMk/>
            <pc:sldMk cId="3724190721" sldId="268"/>
            <ac:spMk id="27" creationId="{F0FD769F-BDEE-4149-8C98-A92F1F8A145F}"/>
          </ac:spMkLst>
        </pc:spChg>
        <pc:spChg chg="add del">
          <ac:chgData name="Chen, Leon C." userId="7b0bdcc5-50e1-4b73-a28d-9173416639de" providerId="ADAL" clId="{077B36EB-09A0-48D0-A673-7C4C75E1F5BD}" dt="2020-07-27T02:25:30.792" v="615" actId="26606"/>
          <ac:spMkLst>
            <pc:docMk/>
            <pc:sldMk cId="3724190721" sldId="268"/>
            <ac:spMk id="28" creationId="{DC00EF3B-797F-4060-9460-6EEF08B1B150}"/>
          </ac:spMkLst>
        </pc:spChg>
        <pc:spChg chg="add del">
          <ac:chgData name="Chen, Leon C." userId="7b0bdcc5-50e1-4b73-a28d-9173416639de" providerId="ADAL" clId="{077B36EB-09A0-48D0-A673-7C4C75E1F5BD}" dt="2020-07-27T02:25:30.792" v="615" actId="26606"/>
          <ac:spMkLst>
            <pc:docMk/>
            <pc:sldMk cId="3724190721" sldId="268"/>
            <ac:spMk id="29" creationId="{A29212FA-B9FF-47AC-84D0-89D4601718E4}"/>
          </ac:spMkLst>
        </pc:spChg>
        <pc:spChg chg="add del">
          <ac:chgData name="Chen, Leon C." userId="7b0bdcc5-50e1-4b73-a28d-9173416639de" providerId="ADAL" clId="{077B36EB-09A0-48D0-A673-7C4C75E1F5BD}" dt="2020-07-27T02:25:30.792" v="615" actId="26606"/>
          <ac:spMkLst>
            <pc:docMk/>
            <pc:sldMk cId="3724190721" sldId="268"/>
            <ac:spMk id="30" creationId="{2ABDA6DB-9156-4E0E-84EF-EC737F05DDE9}"/>
          </ac:spMkLst>
        </pc:spChg>
        <pc:spChg chg="add del">
          <ac:chgData name="Chen, Leon C." userId="7b0bdcc5-50e1-4b73-a28d-9173416639de" providerId="ADAL" clId="{077B36EB-09A0-48D0-A673-7C4C75E1F5BD}" dt="2020-07-27T02:25:32.311" v="617" actId="26606"/>
          <ac:spMkLst>
            <pc:docMk/>
            <pc:sldMk cId="3724190721" sldId="268"/>
            <ac:spMk id="32" creationId="{F0FD769F-BDEE-4149-8C98-A92F1F8A145F}"/>
          </ac:spMkLst>
        </pc:spChg>
        <pc:spChg chg="add del">
          <ac:chgData name="Chen, Leon C." userId="7b0bdcc5-50e1-4b73-a28d-9173416639de" providerId="ADAL" clId="{077B36EB-09A0-48D0-A673-7C4C75E1F5BD}" dt="2020-07-27T02:25:32.311" v="617" actId="26606"/>
          <ac:spMkLst>
            <pc:docMk/>
            <pc:sldMk cId="3724190721" sldId="268"/>
            <ac:spMk id="33" creationId="{DC00EF3B-797F-4060-9460-6EEF08B1B150}"/>
          </ac:spMkLst>
        </pc:spChg>
        <pc:spChg chg="add">
          <ac:chgData name="Chen, Leon C." userId="7b0bdcc5-50e1-4b73-a28d-9173416639de" providerId="ADAL" clId="{077B36EB-09A0-48D0-A673-7C4C75E1F5BD}" dt="2020-07-27T02:25:32.317" v="618" actId="26606"/>
          <ac:spMkLst>
            <pc:docMk/>
            <pc:sldMk cId="3724190721" sldId="268"/>
            <ac:spMk id="35" creationId="{F0FD769F-BDEE-4149-8C98-A92F1F8A145F}"/>
          </ac:spMkLst>
        </pc:spChg>
        <pc:spChg chg="add">
          <ac:chgData name="Chen, Leon C." userId="7b0bdcc5-50e1-4b73-a28d-9173416639de" providerId="ADAL" clId="{077B36EB-09A0-48D0-A673-7C4C75E1F5BD}" dt="2020-07-27T02:25:32.317" v="618" actId="26606"/>
          <ac:spMkLst>
            <pc:docMk/>
            <pc:sldMk cId="3724190721" sldId="268"/>
            <ac:spMk id="36" creationId="{DC00EF3B-797F-4060-9460-6EEF08B1B150}"/>
          </ac:spMkLst>
        </pc:spChg>
        <pc:picChg chg="add del">
          <ac:chgData name="Chen, Leon C." userId="7b0bdcc5-50e1-4b73-a28d-9173416639de" providerId="ADAL" clId="{077B36EB-09A0-48D0-A673-7C4C75E1F5BD}" dt="2020-07-27T01:45:54.692" v="394" actId="478"/>
          <ac:picMkLst>
            <pc:docMk/>
            <pc:sldMk cId="3724190721" sldId="268"/>
            <ac:picMk id="5" creationId="{ED80097C-D1CE-44BE-B8A5-D88E37542543}"/>
          </ac:picMkLst>
        </pc:picChg>
        <pc:picChg chg="add del mod">
          <ac:chgData name="Chen, Leon C." userId="7b0bdcc5-50e1-4b73-a28d-9173416639de" providerId="ADAL" clId="{077B36EB-09A0-48D0-A673-7C4C75E1F5BD}" dt="2020-07-27T01:45:59.356" v="396" actId="478"/>
          <ac:picMkLst>
            <pc:docMk/>
            <pc:sldMk cId="3724190721" sldId="268"/>
            <ac:picMk id="6" creationId="{A713546C-09A1-4C63-9726-110D75471BE4}"/>
          </ac:picMkLst>
        </pc:picChg>
        <pc:picChg chg="add del mod">
          <ac:chgData name="Chen, Leon C." userId="7b0bdcc5-50e1-4b73-a28d-9173416639de" providerId="ADAL" clId="{077B36EB-09A0-48D0-A673-7C4C75E1F5BD}" dt="2020-07-27T02:25:25.240" v="608" actId="478"/>
          <ac:picMkLst>
            <pc:docMk/>
            <pc:sldMk cId="3724190721" sldId="268"/>
            <ac:picMk id="7" creationId="{6843C6DC-3B8A-4217-9C76-CD722A05959D}"/>
          </ac:picMkLst>
        </pc:picChg>
        <pc:picChg chg="add mod">
          <ac:chgData name="Chen, Leon C." userId="7b0bdcc5-50e1-4b73-a28d-9173416639de" providerId="ADAL" clId="{077B36EB-09A0-48D0-A673-7C4C75E1F5BD}" dt="2020-07-27T02:57:33.142" v="1510" actId="1076"/>
          <ac:picMkLst>
            <pc:docMk/>
            <pc:sldMk cId="3724190721" sldId="268"/>
            <ac:picMk id="9" creationId="{E9CB0D05-CD03-48DF-AB67-D8ADD69F668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ACF1A1B0-862D-4909-A7DB-D8ADA062DFCA}" type="datetimeFigureOut">
              <a:rPr lang="en-US" dirty="0"/>
              <a:t>7/26/2020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565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26881-8A08-449C-8D73-E5F201F814C1}" type="datetimeFigureOut">
              <a:rPr lang="en-US" dirty="0"/>
              <a:t>7/26/2020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83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B5A5E-0C07-4E93-A112-D37B4D166B30}" type="datetimeFigureOut">
              <a:rPr lang="en-US" dirty="0"/>
              <a:t>7/26/2020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7257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F71C5-DC57-4358-A1EA-30C08AF6E3C5}" type="datetimeFigureOut">
              <a:rPr lang="en-US" dirty="0"/>
              <a:t>7/26/2020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80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1DBA-DE60-4731-B773-47AAA185C143}" type="datetimeFigureOut">
              <a:rPr lang="en-US" dirty="0"/>
              <a:t>7/26/2020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873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7/26/2020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68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A628-C83B-4C66-83F4-1711CE3738FD}" type="datetimeFigureOut">
              <a:rPr lang="en-US" dirty="0"/>
              <a:t>7/26/2020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97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C1D73-9400-43CA-A37F-F9B7D00DE14C}" type="datetimeFigureOut">
              <a:rPr lang="en-US" dirty="0"/>
              <a:t>7/26/2020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4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B7711-B905-4633-B4D7-6F3A49A2E7D9}" type="datetimeFigureOut">
              <a:rPr lang="en-US" dirty="0"/>
              <a:t>7/26/2020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42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56144-9CB7-4E3A-B87E-A382F9BE05EF}" type="datetimeFigureOut">
              <a:rPr lang="en-US" dirty="0"/>
              <a:t>7/26/2020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8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3D55F-46AB-4791-9172-4FA8DD3A6A9C}" type="datetimeFigureOut">
              <a:rPr lang="en-US" dirty="0"/>
              <a:t>7/26/2020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8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9C235CF-BDA2-4E7E-8BBD-350479985E74}" type="datetimeFigureOut">
              <a:rPr lang="en-US" dirty="0"/>
              <a:pPr/>
              <a:t>7/26/2020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625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  <p:sldLayoutId id="2147483997" r:id="rId6"/>
    <p:sldLayoutId id="2147483998" r:id="rId7"/>
    <p:sldLayoutId id="2147483999" r:id="rId8"/>
    <p:sldLayoutId id="2147484000" r:id="rId9"/>
    <p:sldLayoutId id="2147484001" r:id="rId10"/>
    <p:sldLayoutId id="214748400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GetOldTweets3/" TargetMode="External"/><Relationship Id="rId2" Type="http://schemas.openxmlformats.org/officeDocument/2006/relationships/hyperlink" Target="https://github.com/Mottl/GetOldTweets3#egg=GetOldTweets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owardsdatascience.com/how-to-scrape-tweets-from-twitter-59287e20f0f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9D075-4A44-4ECC-B117-DF942BBD2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2101820"/>
            <a:ext cx="9418320" cy="2224091"/>
          </a:xfrm>
        </p:spPr>
        <p:txBody>
          <a:bodyPr/>
          <a:lstStyle/>
          <a:p>
            <a:r>
              <a:rPr lang="en-US"/>
              <a:t>News Network Twitter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694930-A077-4776-8839-549F8CAAC5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Leon Chen, Maxwell Rankins &amp; Chris Pizani</a:t>
            </a:r>
          </a:p>
          <a:p>
            <a:r>
              <a:rPr lang="en-US"/>
              <a:t>Salem Othman</a:t>
            </a:r>
          </a:p>
          <a:p>
            <a:r>
              <a:rPr lang="en-US"/>
              <a:t>COMP 3800-05 Big Data Programming</a:t>
            </a:r>
          </a:p>
        </p:txBody>
      </p:sp>
      <p:pic>
        <p:nvPicPr>
          <p:cNvPr id="4" name="Picture 4" descr="A picture containing plant&#10;&#10;Description automatically generated">
            <a:extLst>
              <a:ext uri="{FF2B5EF4-FFF2-40B4-BE49-F238E27FC236}">
                <a16:creationId xmlns:a16="http://schemas.microsoft.com/office/drawing/2014/main" id="{A1538614-039A-4E61-B9CB-DF897EA7E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15" y="-172387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48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39B68-8410-43A8-BEF5-E6D41A814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574A5-F86B-4AB2-8443-9C525EA15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/>
              <a:t>Introduction</a:t>
            </a:r>
          </a:p>
          <a:p>
            <a:r>
              <a:rPr lang="en-US" sz="2400"/>
              <a:t>Objectives</a:t>
            </a:r>
          </a:p>
          <a:p>
            <a:r>
              <a:rPr lang="en-US" sz="2400"/>
              <a:t>Dataset</a:t>
            </a:r>
          </a:p>
          <a:p>
            <a:r>
              <a:rPr lang="en-US" sz="2400"/>
              <a:t>Methods</a:t>
            </a:r>
          </a:p>
          <a:p>
            <a:r>
              <a:rPr lang="en-US" sz="2400"/>
              <a:t>Results</a:t>
            </a:r>
          </a:p>
          <a:p>
            <a:r>
              <a:rPr lang="en-US" sz="2400"/>
              <a:t>Lessons Learned</a:t>
            </a:r>
          </a:p>
          <a:p>
            <a:r>
              <a:rPr lang="en-US" sz="2400"/>
              <a:t>Future Work</a:t>
            </a:r>
          </a:p>
          <a:p>
            <a:r>
              <a:rPr lang="en-US" sz="240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508278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DE7C1-3BA6-4727-8721-6817349D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BA29-3AAA-45AC-84DE-8C9C30DEC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Took tweets from news networks to find some specific keywords and phrases that caught the public's eye</a:t>
            </a:r>
          </a:p>
          <a:p>
            <a:r>
              <a:rPr lang="en-US">
                <a:ea typeface="+mn-lt"/>
                <a:cs typeface="+mn-lt"/>
              </a:rPr>
              <a:t>Looking for more engagement including likes, replies, and retweets</a:t>
            </a:r>
          </a:p>
          <a:p>
            <a:r>
              <a:rPr lang="en-US">
                <a:ea typeface="+mn-lt"/>
                <a:cs typeface="+mn-lt"/>
              </a:rPr>
              <a:t>Used GetOldTweets3 to acquires tweets and replies from specific news profiles</a:t>
            </a:r>
          </a:p>
          <a:p>
            <a:r>
              <a:rPr lang="en-US">
                <a:ea typeface="+mn-lt"/>
                <a:cs typeface="+mn-lt"/>
              </a:rPr>
              <a:t>What tweets have a positive and negative reaction</a:t>
            </a:r>
          </a:p>
          <a:p>
            <a:r>
              <a:rPr lang="en-US">
                <a:ea typeface="+mn-lt"/>
                <a:cs typeface="+mn-lt"/>
              </a:rPr>
              <a:t>What can news networks do to expand their publicity with tweets?</a:t>
            </a:r>
          </a:p>
          <a:p>
            <a:r>
              <a:rPr lang="en-US">
                <a:ea typeface="+mn-lt"/>
                <a:cs typeface="+mn-lt"/>
              </a:rPr>
              <a:t>How can they improve the quality of their tweets?</a:t>
            </a:r>
          </a:p>
          <a:p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5637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2151-9E1B-46FC-9ABD-B0FF4FA0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8C1C8-28FD-4A69-A1EB-8CD786B17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Twitter is all about likes, comments, and retweets when spreading a tweet so we are seeing what news accounts have done in the past to get the biggest numbers.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Which news networks are getting the most publicity</a:t>
            </a:r>
            <a:endParaRPr lang="en-US"/>
          </a:p>
          <a:p>
            <a:r>
              <a:rPr lang="en-US"/>
              <a:t>To be able to find what keywords give the news networks the most exposure</a:t>
            </a:r>
          </a:p>
          <a:p>
            <a:r>
              <a:rPr lang="en-US"/>
              <a:t>See what news networks can do in the future to enhance their online presence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4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DCB3260B-A881-43C6-A591-E30617257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252" y="4452179"/>
            <a:ext cx="2743200" cy="193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10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BA327-7826-47FE-8F9C-F05375B8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192D7-3275-41E5-B9B3-EBDDFEC58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211355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Gathered Using GetOldTweets3</a:t>
            </a:r>
          </a:p>
          <a:p>
            <a:r>
              <a:rPr lang="en-US" sz="2800" dirty="0"/>
              <a:t>CSV (Comma Separated Values)</a:t>
            </a:r>
          </a:p>
          <a:p>
            <a:r>
              <a:rPr lang="en-US" sz="2800" dirty="0"/>
              <a:t>Size of Data ~3.2 MB</a:t>
            </a:r>
          </a:p>
          <a:p>
            <a:r>
              <a:rPr lang="en-US" sz="2800" dirty="0"/>
              <a:t>Columns Date, User, replies, retweets, favorites, tweet</a:t>
            </a:r>
          </a:p>
          <a:p>
            <a:r>
              <a:rPr lang="en-US" sz="2800" dirty="0"/>
              <a:t>Number of rows 14194 Rows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195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7E9A-FEE1-4F9F-B497-9D638652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E5F2D-F1A2-4196-8F1C-DFD06D2C5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Downloaded the library GetOldTweets3</a:t>
            </a:r>
          </a:p>
          <a:p>
            <a:r>
              <a:rPr lang="en-US" dirty="0"/>
              <a:t>Scraped For the tweets</a:t>
            </a:r>
          </a:p>
          <a:p>
            <a:r>
              <a:rPr lang="en-US" dirty="0"/>
              <a:t>Used Colab and imported the needed libraries. </a:t>
            </a:r>
          </a:p>
          <a:p>
            <a:r>
              <a:rPr lang="en-US" dirty="0"/>
              <a:t>Loaded the csv file into Spark</a:t>
            </a:r>
          </a:p>
          <a:p>
            <a:r>
              <a:rPr lang="en-US" dirty="0"/>
              <a:t>Centered the Numerical Columns in the DF</a:t>
            </a:r>
          </a:p>
          <a:p>
            <a:r>
              <a:rPr lang="en-US" dirty="0"/>
              <a:t>Cleaned the tweets</a:t>
            </a:r>
          </a:p>
          <a:p>
            <a:r>
              <a:rPr lang="en-US" dirty="0"/>
              <a:t>Grouped by each word and took the average of replies, retweets and favorites for each word</a:t>
            </a:r>
          </a:p>
          <a:p>
            <a:r>
              <a:rPr lang="en-US" dirty="0"/>
              <a:t>Used Word Cloud to visualize the data</a:t>
            </a:r>
          </a:p>
        </p:txBody>
      </p:sp>
    </p:spTree>
    <p:extLst>
      <p:ext uri="{BB962C8B-B14F-4D97-AF65-F5344CB8AC3E}">
        <p14:creationId xmlns:p14="http://schemas.microsoft.com/office/powerpoint/2010/main" val="503768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83E3B-A4AB-42DB-BB61-DA6F3181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31" y="640080"/>
            <a:ext cx="3241143" cy="1325562"/>
          </a:xfrm>
        </p:spPr>
        <p:txBody>
          <a:bodyPr>
            <a:normAutofit/>
          </a:bodyPr>
          <a:lstStyle/>
          <a:p>
            <a:r>
              <a:rPr lang="en-US" sz="320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7C33F-914D-4849-8E52-AC19BED35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31" y="1936955"/>
            <a:ext cx="3241143" cy="424318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Results from the CNN news network on twitter</a:t>
            </a:r>
          </a:p>
          <a:p>
            <a:r>
              <a:rPr lang="en-US" sz="1600"/>
              <a:t>Shows the average retweets, favorites, and replies of tweets that include the words in first column</a:t>
            </a:r>
          </a:p>
          <a:p>
            <a:r>
              <a:rPr lang="en-US" sz="1600"/>
              <a:t>Organized average retweets in descending order</a:t>
            </a:r>
          </a:p>
          <a:p>
            <a:endParaRPr lang="en-US" sz="1600"/>
          </a:p>
        </p:txBody>
      </p:sp>
      <p:pic>
        <p:nvPicPr>
          <p:cNvPr id="5" name="Picture 4" descr="A screenshot of text&#10;&#10;Description automatically generated">
            <a:extLst>
              <a:ext uri="{FF2B5EF4-FFF2-40B4-BE49-F238E27FC236}">
                <a16:creationId xmlns:a16="http://schemas.microsoft.com/office/drawing/2014/main" id="{8FEE1280-B03E-44F0-8ACF-29E0EDFFBC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654296" y="1144497"/>
            <a:ext cx="6155736" cy="457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210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13">
            <a:extLst>
              <a:ext uri="{FF2B5EF4-FFF2-40B4-BE49-F238E27FC236}">
                <a16:creationId xmlns:a16="http://schemas.microsoft.com/office/drawing/2014/main" id="{F0FD769F-BDEE-4149-8C98-A92F1F8A1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DC00EF3B-797F-4060-9460-6EEF08B1B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5CA19-BAE0-45EB-A327-DE039D42A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91" y="4850054"/>
            <a:ext cx="10085033" cy="16357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7200" dirty="0"/>
              <a:t>Word Cloud of Findings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CB0D05-CD03-48DF-AB67-D8ADD69F6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91" y="227164"/>
            <a:ext cx="10356979" cy="517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190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980C3-7B43-4FCC-8C6C-3D764F2CA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97809"/>
            <a:ext cx="9692640" cy="1325562"/>
          </a:xfrm>
        </p:spPr>
        <p:txBody>
          <a:bodyPr>
            <a:normAutofit/>
          </a:bodyPr>
          <a:lstStyle/>
          <a:p>
            <a:r>
              <a:rPr lang="en-US" sz="5400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36FC4-C54D-462A-BBFD-8F326BDA1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Developing a proper way to work with data is import</a:t>
            </a:r>
          </a:p>
          <a:p>
            <a:pPr lvl="1"/>
            <a:r>
              <a:rPr lang="en-US" sz="2000" dirty="0"/>
              <a:t>Cleaning</a:t>
            </a:r>
          </a:p>
          <a:p>
            <a:pPr lvl="1"/>
            <a:r>
              <a:rPr lang="en-US" sz="2000" dirty="0"/>
              <a:t>Massaging</a:t>
            </a:r>
          </a:p>
          <a:p>
            <a:pPr lvl="1"/>
            <a:r>
              <a:rPr lang="en-US" sz="2000" dirty="0"/>
              <a:t>Transforming </a:t>
            </a:r>
          </a:p>
          <a:p>
            <a:r>
              <a:rPr lang="en-US" sz="2200" dirty="0"/>
              <a:t>Big recent events tend to get more interactions on social media</a:t>
            </a:r>
          </a:p>
          <a:p>
            <a:r>
              <a:rPr lang="en-US" sz="2200" dirty="0"/>
              <a:t>If you want to do an easier project do pick a project that does not requires word processing</a:t>
            </a:r>
          </a:p>
          <a:p>
            <a:pPr lvl="1"/>
            <a:r>
              <a:rPr lang="en-US" sz="2000" dirty="0"/>
              <a:t>Working with numbers is so much easier. </a:t>
            </a:r>
          </a:p>
          <a:p>
            <a:r>
              <a:rPr lang="en-US" sz="2200" dirty="0"/>
              <a:t>A Theory that Negative news tend to get more interactions online or it might be cause there are more negative news.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863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B741-47E3-4D95-B8B6-F9F3FD90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28368"/>
            <a:ext cx="9692640" cy="1325562"/>
          </a:xfrm>
        </p:spPr>
        <p:txBody>
          <a:bodyPr>
            <a:normAutofit/>
          </a:bodyPr>
          <a:lstStyle/>
          <a:p>
            <a:r>
              <a:rPr lang="en-US" sz="5400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C7CD8-A879-4995-9F86-426FD6AC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Develop a new method of Cleaning the Tweets</a:t>
            </a:r>
          </a:p>
          <a:p>
            <a:pPr lvl="1"/>
            <a:r>
              <a:rPr lang="en-US" sz="2000" dirty="0"/>
              <a:t>Not parsing phrases</a:t>
            </a:r>
          </a:p>
          <a:p>
            <a:pPr lvl="1"/>
            <a:r>
              <a:rPr lang="en-US" sz="2000" dirty="0"/>
              <a:t>Remove words that don’t occur N number of times</a:t>
            </a:r>
          </a:p>
          <a:p>
            <a:pPr lvl="1"/>
            <a:r>
              <a:rPr lang="en-US" sz="2000" dirty="0"/>
              <a:t>Context is important </a:t>
            </a:r>
          </a:p>
          <a:p>
            <a:r>
              <a:rPr lang="en-US" sz="2200" dirty="0"/>
              <a:t>Scrap More Data For the project </a:t>
            </a:r>
          </a:p>
          <a:p>
            <a:r>
              <a:rPr lang="en-US" sz="2200" dirty="0"/>
              <a:t>Gather Data for different type of twitter accounts to avoid possible bias in the data. </a:t>
            </a:r>
          </a:p>
          <a:p>
            <a:r>
              <a:rPr lang="en-US" sz="2200" dirty="0"/>
              <a:t>Maybe possibility great a twitter program that auto generates a tweet from the findings when you give it an article. </a:t>
            </a:r>
          </a:p>
          <a:p>
            <a:endParaRPr lang="en-US" sz="2200" dirty="0"/>
          </a:p>
          <a:p>
            <a:endParaRPr lang="en-US" sz="22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145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B1E0-1ECC-43DE-8ECE-D61342C96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C381C-08E2-4C10-9320-95867552A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u="sng">
                <a:ea typeface="+mn-lt"/>
                <a:cs typeface="+mn-lt"/>
                <a:hlinkClick r:id="rId2"/>
              </a:rPr>
              <a:t>https://github.com/Mottl/GetOldTweets3#egg=GetOldTweets3</a:t>
            </a:r>
            <a:r>
              <a:rPr lang="en-US">
                <a:ea typeface="+mn-lt"/>
                <a:cs typeface="+mn-lt"/>
              </a:rPr>
              <a:t> 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 u="sng">
                <a:ea typeface="+mn-lt"/>
                <a:cs typeface="+mn-lt"/>
                <a:hlinkClick r:id="rId3"/>
              </a:rPr>
              <a:t>https://pypi.org/project/GetOldTweets3/</a:t>
            </a:r>
            <a:r>
              <a:rPr lang="en-US">
                <a:ea typeface="+mn-lt"/>
                <a:cs typeface="+mn-lt"/>
              </a:rPr>
              <a:t> 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 u="sng">
                <a:ea typeface="+mn-lt"/>
                <a:cs typeface="+mn-lt"/>
                <a:hlinkClick r:id="rId4"/>
              </a:rPr>
              <a:t>https://towardsdatascience.com/how-to-scrape-tweets-from-twitter-59287e20f0f1</a:t>
            </a:r>
            <a:r>
              <a:rPr lang="en-US">
                <a:ea typeface="+mn-lt"/>
                <a:cs typeface="+mn-lt"/>
              </a:rPr>
              <a:t> 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9608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D5D3FA89897E4BBD747649FD91E685" ma:contentTypeVersion="13" ma:contentTypeDescription="Create a new document." ma:contentTypeScope="" ma:versionID="fe89cebcb55e48d3add89389276eb3dc">
  <xsd:schema xmlns:xsd="http://www.w3.org/2001/XMLSchema" xmlns:xs="http://www.w3.org/2001/XMLSchema" xmlns:p="http://schemas.microsoft.com/office/2006/metadata/properties" xmlns:ns3="77328790-784f-48fb-b98a-bcee7da5be1f" xmlns:ns4="8bc67deb-2b15-496a-83a1-a473fa552389" targetNamespace="http://schemas.microsoft.com/office/2006/metadata/properties" ma:root="true" ma:fieldsID="d1a1f8c31fb2785952d5e08fecab605e" ns3:_="" ns4:_="">
    <xsd:import namespace="77328790-784f-48fb-b98a-bcee7da5be1f"/>
    <xsd:import namespace="8bc67deb-2b15-496a-83a1-a473fa55238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328790-784f-48fb-b98a-bcee7da5be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c67deb-2b15-496a-83a1-a473fa5523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C9B98D-2C79-4681-B75F-FF3FF55D879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A3BFDD4-E577-4C07-938D-B672B47868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96E7BE-4D7E-41E9-AE9A-8D9338AB820D}">
  <ds:schemaRefs>
    <ds:schemaRef ds:uri="77328790-784f-48fb-b98a-bcee7da5be1f"/>
    <ds:schemaRef ds:uri="8bc67deb-2b15-496a-83a1-a473fa5523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469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Schoolbook</vt:lpstr>
      <vt:lpstr>Wingdings 2</vt:lpstr>
      <vt:lpstr>View</vt:lpstr>
      <vt:lpstr>News Network Twitter Analysis</vt:lpstr>
      <vt:lpstr>Overview</vt:lpstr>
      <vt:lpstr>Introduction</vt:lpstr>
      <vt:lpstr>Objectives</vt:lpstr>
      <vt:lpstr>Dataset</vt:lpstr>
      <vt:lpstr>Methods</vt:lpstr>
      <vt:lpstr>Results</vt:lpstr>
      <vt:lpstr>Word Cloud of Findings</vt:lpstr>
      <vt:lpstr>Lessons Learned</vt:lpstr>
      <vt:lpstr>Future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 Network Twitter Analysis</dc:title>
  <dc:creator>Chen, Leon C.</dc:creator>
  <cp:lastModifiedBy>Chen, Leon C.</cp:lastModifiedBy>
  <cp:revision>1</cp:revision>
  <dcterms:created xsi:type="dcterms:W3CDTF">2020-07-27T02:25:32Z</dcterms:created>
  <dcterms:modified xsi:type="dcterms:W3CDTF">2020-07-27T03:05:35Z</dcterms:modified>
</cp:coreProperties>
</file>